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91" r:id="rId3"/>
    <p:sldId id="292" r:id="rId4"/>
    <p:sldId id="293" r:id="rId5"/>
    <p:sldId id="294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F2F44-D6B7-1488-9A27-AB5D6948B374}" v="127" dt="2025-06-22T00:09:45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30" d="100"/>
          <a:sy n="130" d="100"/>
        </p:scale>
        <p:origin x="1482" y="120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S::rcarucci@hackensackpd.org::5be546eb-4763-4194-b93d-35346ec02cb5" providerId="AD" clId="Web-{D73F2F44-D6B7-1488-9A27-AB5D6948B374}"/>
    <pc:docChg chg="addSld delSld modSld">
      <pc:chgData name="Robert Carucci" userId="S::rcarucci@hackensackpd.org::5be546eb-4763-4194-b93d-35346ec02cb5" providerId="AD" clId="Web-{D73F2F44-D6B7-1488-9A27-AB5D6948B374}" dt="2025-06-22T00:09:45.494" v="108"/>
      <pc:docMkLst>
        <pc:docMk/>
      </pc:docMkLst>
      <pc:sldChg chg="delSp modSp">
        <pc:chgData name="Robert Carucci" userId="S::rcarucci@hackensackpd.org::5be546eb-4763-4194-b93d-35346ec02cb5" providerId="AD" clId="Web-{D73F2F44-D6B7-1488-9A27-AB5D6948B374}" dt="2025-06-22T00:08:29.179" v="96" actId="1076"/>
        <pc:sldMkLst>
          <pc:docMk/>
          <pc:sldMk cId="1185383279" sldId="286"/>
        </pc:sldMkLst>
        <pc:spChg chg="mod">
          <ac:chgData name="Robert Carucci" userId="S::rcarucci@hackensackpd.org::5be546eb-4763-4194-b93d-35346ec02cb5" providerId="AD" clId="Web-{D73F2F44-D6B7-1488-9A27-AB5D6948B374}" dt="2025-06-21T23:49:36.551" v="16" actId="20577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S::rcarucci@hackensackpd.org::5be546eb-4763-4194-b93d-35346ec02cb5" providerId="AD" clId="Web-{D73F2F44-D6B7-1488-9A27-AB5D6948B374}" dt="2025-06-22T00:08:25.491" v="94" actId="1076"/>
          <ac:spMkLst>
            <pc:docMk/>
            <pc:sldMk cId="1185383279" sldId="286"/>
            <ac:spMk id="11" creationId="{D2E4D2F0-48AC-1E78-A65A-1C25D0D7E5D5}"/>
          </ac:spMkLst>
        </pc:spChg>
        <pc:spChg chg="del">
          <ac:chgData name="Robert Carucci" userId="S::rcarucci@hackensackpd.org::5be546eb-4763-4194-b93d-35346ec02cb5" providerId="AD" clId="Web-{D73F2F44-D6B7-1488-9A27-AB5D6948B374}" dt="2025-06-21T23:47:05.436" v="0"/>
          <ac:spMkLst>
            <pc:docMk/>
            <pc:sldMk cId="1185383279" sldId="286"/>
            <ac:spMk id="13" creationId="{85AE26AB-E715-7042-EB4A-8ACDC5997A52}"/>
          </ac:spMkLst>
        </pc:spChg>
        <pc:spChg chg="mod">
          <ac:chgData name="Robert Carucci" userId="S::rcarucci@hackensackpd.org::5be546eb-4763-4194-b93d-35346ec02cb5" providerId="AD" clId="Web-{D73F2F44-D6B7-1488-9A27-AB5D6948B374}" dt="2025-06-21T23:49:02.441" v="10" actId="20577"/>
          <ac:spMkLst>
            <pc:docMk/>
            <pc:sldMk cId="1185383279" sldId="286"/>
            <ac:spMk id="15" creationId="{57B4911E-DF42-F300-6AB3-E5784AE55F2E}"/>
          </ac:spMkLst>
        </pc:spChg>
        <pc:picChg chg="mod">
          <ac:chgData name="Robert Carucci" userId="S::rcarucci@hackensackpd.org::5be546eb-4763-4194-b93d-35346ec02cb5" providerId="AD" clId="Web-{D73F2F44-D6B7-1488-9A27-AB5D6948B374}" dt="2025-06-21T23:51:37.921" v="28"/>
          <ac:picMkLst>
            <pc:docMk/>
            <pc:sldMk cId="1185383279" sldId="286"/>
            <ac:picMk id="20" creationId="{678E3416-C686-FDF0-8A3E-CD856CD99F05}"/>
          </ac:picMkLst>
        </pc:picChg>
        <pc:cxnChg chg="mod">
          <ac:chgData name="Robert Carucci" userId="S::rcarucci@hackensackpd.org::5be546eb-4763-4194-b93d-35346ec02cb5" providerId="AD" clId="Web-{D73F2F44-D6B7-1488-9A27-AB5D6948B374}" dt="2025-06-22T00:08:29.179" v="96" actId="1076"/>
          <ac:cxnSpMkLst>
            <pc:docMk/>
            <pc:sldMk cId="1185383279" sldId="286"/>
            <ac:cxnSpMk id="6" creationId="{BCF1E475-552D-A49B-CD52-9D05258B07D1}"/>
          </ac:cxnSpMkLst>
        </pc:cxnChg>
      </pc:sldChg>
      <pc:sldChg chg="delSp del">
        <pc:chgData name="Robert Carucci" userId="S::rcarucci@hackensackpd.org::5be546eb-4763-4194-b93d-35346ec02cb5" providerId="AD" clId="Web-{D73F2F44-D6B7-1488-9A27-AB5D6948B374}" dt="2025-06-21T23:52:44.517" v="32"/>
        <pc:sldMkLst>
          <pc:docMk/>
          <pc:sldMk cId="3242726822" sldId="287"/>
        </pc:sldMkLst>
        <pc:spChg chg="del">
          <ac:chgData name="Robert Carucci" userId="S::rcarucci@hackensackpd.org::5be546eb-4763-4194-b93d-35346ec02cb5" providerId="AD" clId="Web-{D73F2F44-D6B7-1488-9A27-AB5D6948B374}" dt="2025-06-21T23:47:09.358" v="1"/>
          <ac:spMkLst>
            <pc:docMk/>
            <pc:sldMk cId="3242726822" sldId="287"/>
            <ac:spMk id="13" creationId="{57503456-B375-85D2-083C-A086242224D2}"/>
          </ac:spMkLst>
        </pc:spChg>
      </pc:sldChg>
      <pc:sldChg chg="delSp del">
        <pc:chgData name="Robert Carucci" userId="S::rcarucci@hackensackpd.org::5be546eb-4763-4194-b93d-35346ec02cb5" providerId="AD" clId="Web-{D73F2F44-D6B7-1488-9A27-AB5D6948B374}" dt="2025-06-22T00:09:45.494" v="108"/>
        <pc:sldMkLst>
          <pc:docMk/>
          <pc:sldMk cId="477563929" sldId="288"/>
        </pc:sldMkLst>
        <pc:spChg chg="del">
          <ac:chgData name="Robert Carucci" userId="S::rcarucci@hackensackpd.org::5be546eb-4763-4194-b93d-35346ec02cb5" providerId="AD" clId="Web-{D73F2F44-D6B7-1488-9A27-AB5D6948B374}" dt="2025-06-21T23:47:21.530" v="4"/>
          <ac:spMkLst>
            <pc:docMk/>
            <pc:sldMk cId="477563929" sldId="288"/>
            <ac:spMk id="16" creationId="{456606E6-7A21-3116-2A54-34A2D99C7967}"/>
          </ac:spMkLst>
        </pc:spChg>
      </pc:sldChg>
      <pc:sldChg chg="delSp del">
        <pc:chgData name="Robert Carucci" userId="S::rcarucci@hackensackpd.org::5be546eb-4763-4194-b93d-35346ec02cb5" providerId="AD" clId="Web-{D73F2F44-D6B7-1488-9A27-AB5D6948B374}" dt="2025-06-22T00:09:17.774" v="102"/>
        <pc:sldMkLst>
          <pc:docMk/>
          <pc:sldMk cId="3092951088" sldId="289"/>
        </pc:sldMkLst>
        <pc:spChg chg="del">
          <ac:chgData name="Robert Carucci" userId="S::rcarucci@hackensackpd.org::5be546eb-4763-4194-b93d-35346ec02cb5" providerId="AD" clId="Web-{D73F2F44-D6B7-1488-9A27-AB5D6948B374}" dt="2025-06-21T23:47:17.390" v="3"/>
          <ac:spMkLst>
            <pc:docMk/>
            <pc:sldMk cId="3092951088" sldId="289"/>
            <ac:spMk id="12" creationId="{8B0DAF7D-67C2-1704-23D1-56D33C97F2B6}"/>
          </ac:spMkLst>
        </pc:spChg>
      </pc:sldChg>
      <pc:sldChg chg="delSp del">
        <pc:chgData name="Robert Carucci" userId="S::rcarucci@hackensackpd.org::5be546eb-4763-4194-b93d-35346ec02cb5" providerId="AD" clId="Web-{D73F2F44-D6B7-1488-9A27-AB5D6948B374}" dt="2025-06-21T23:53:48.645" v="44"/>
        <pc:sldMkLst>
          <pc:docMk/>
          <pc:sldMk cId="2494822564" sldId="290"/>
        </pc:sldMkLst>
        <pc:spChg chg="del">
          <ac:chgData name="Robert Carucci" userId="S::rcarucci@hackensackpd.org::5be546eb-4763-4194-b93d-35346ec02cb5" providerId="AD" clId="Web-{D73F2F44-D6B7-1488-9A27-AB5D6948B374}" dt="2025-06-21T23:47:13.952" v="2"/>
          <ac:spMkLst>
            <pc:docMk/>
            <pc:sldMk cId="2494822564" sldId="290"/>
            <ac:spMk id="22" creationId="{AAD5D31B-41E5-64D3-436C-E6E57F1226D9}"/>
          </ac:spMkLst>
        </pc:spChg>
      </pc:sldChg>
      <pc:sldChg chg="modSp add replId">
        <pc:chgData name="Robert Carucci" userId="S::rcarucci@hackensackpd.org::5be546eb-4763-4194-b93d-35346ec02cb5" providerId="AD" clId="Web-{D73F2F44-D6B7-1488-9A27-AB5D6948B374}" dt="2025-06-22T00:08:01.146" v="91" actId="14100"/>
        <pc:sldMkLst>
          <pc:docMk/>
          <pc:sldMk cId="1428330149" sldId="291"/>
        </pc:sldMkLst>
        <pc:spChg chg="mod">
          <ac:chgData name="Robert Carucci" userId="S::rcarucci@hackensackpd.org::5be546eb-4763-4194-b93d-35346ec02cb5" providerId="AD" clId="Web-{D73F2F44-D6B7-1488-9A27-AB5D6948B374}" dt="2025-06-21T23:52:07.172" v="31" actId="20577"/>
          <ac:spMkLst>
            <pc:docMk/>
            <pc:sldMk cId="1428330149" sldId="291"/>
            <ac:spMk id="3" creationId="{83D14656-8426-98D6-031E-BC6C4C622DDD}"/>
          </ac:spMkLst>
        </pc:spChg>
        <pc:cxnChg chg="mod">
          <ac:chgData name="Robert Carucci" userId="S::rcarucci@hackensackpd.org::5be546eb-4763-4194-b93d-35346ec02cb5" providerId="AD" clId="Web-{D73F2F44-D6B7-1488-9A27-AB5D6948B374}" dt="2025-06-22T00:08:01.146" v="91" actId="14100"/>
          <ac:cxnSpMkLst>
            <pc:docMk/>
            <pc:sldMk cId="1428330149" sldId="291"/>
            <ac:cxnSpMk id="6" creationId="{DC3362C4-42D1-66FD-EC7C-A40AE25DE4A1}"/>
          </ac:cxnSpMkLst>
        </pc:cxnChg>
      </pc:sldChg>
      <pc:sldChg chg="modSp add replId">
        <pc:chgData name="Robert Carucci" userId="S::rcarucci@hackensackpd.org::5be546eb-4763-4194-b93d-35346ec02cb5" providerId="AD" clId="Web-{D73F2F44-D6B7-1488-9A27-AB5D6948B374}" dt="2025-06-22T00:06:38.331" v="82" actId="1076"/>
        <pc:sldMkLst>
          <pc:docMk/>
          <pc:sldMk cId="1321134078" sldId="292"/>
        </pc:sldMkLst>
        <pc:spChg chg="mod">
          <ac:chgData name="Robert Carucci" userId="S::rcarucci@hackensackpd.org::5be546eb-4763-4194-b93d-35346ec02cb5" providerId="AD" clId="Web-{D73F2F44-D6B7-1488-9A27-AB5D6948B374}" dt="2025-06-21T23:53:42.395" v="43" actId="20577"/>
          <ac:spMkLst>
            <pc:docMk/>
            <pc:sldMk cId="1321134078" sldId="292"/>
            <ac:spMk id="3" creationId="{23C292FF-5831-64E7-CAA0-8DE0E8D149BD}"/>
          </ac:spMkLst>
        </pc:spChg>
        <pc:cxnChg chg="mod">
          <ac:chgData name="Robert Carucci" userId="S::rcarucci@hackensackpd.org::5be546eb-4763-4194-b93d-35346ec02cb5" providerId="AD" clId="Web-{D73F2F44-D6B7-1488-9A27-AB5D6948B374}" dt="2025-06-22T00:06:38.331" v="82" actId="1076"/>
          <ac:cxnSpMkLst>
            <pc:docMk/>
            <pc:sldMk cId="1321134078" sldId="292"/>
            <ac:cxnSpMk id="6" creationId="{73B0FBBC-BD58-B5AE-DB15-8A7DA2953B2E}"/>
          </ac:cxnSpMkLst>
        </pc:cxnChg>
      </pc:sldChg>
      <pc:sldChg chg="modSp add replId">
        <pc:chgData name="Robert Carucci" userId="S::rcarucci@hackensackpd.org::5be546eb-4763-4194-b93d-35346ec02cb5" providerId="AD" clId="Web-{D73F2F44-D6B7-1488-9A27-AB5D6948B374}" dt="2025-06-22T00:09:12.946" v="101" actId="20577"/>
        <pc:sldMkLst>
          <pc:docMk/>
          <pc:sldMk cId="1679104930" sldId="293"/>
        </pc:sldMkLst>
        <pc:spChg chg="mod">
          <ac:chgData name="Robert Carucci" userId="S::rcarucci@hackensackpd.org::5be546eb-4763-4194-b93d-35346ec02cb5" providerId="AD" clId="Web-{D73F2F44-D6B7-1488-9A27-AB5D6948B374}" dt="2025-06-22T00:09:12.946" v="101" actId="20577"/>
          <ac:spMkLst>
            <pc:docMk/>
            <pc:sldMk cId="1679104930" sldId="293"/>
            <ac:spMk id="3" creationId="{7BBC4AFE-42BA-1840-AB00-F2F5B216B613}"/>
          </ac:spMkLst>
        </pc:spChg>
      </pc:sldChg>
      <pc:sldChg chg="modSp add del replId">
        <pc:chgData name="Robert Carucci" userId="S::rcarucci@hackensackpd.org::5be546eb-4763-4194-b93d-35346ec02cb5" providerId="AD" clId="Web-{D73F2F44-D6B7-1488-9A27-AB5D6948B374}" dt="2025-06-22T00:08:48.320" v="97"/>
        <pc:sldMkLst>
          <pc:docMk/>
          <pc:sldMk cId="2355037487" sldId="293"/>
        </pc:sldMkLst>
        <pc:cxnChg chg="mod">
          <ac:chgData name="Robert Carucci" userId="S::rcarucci@hackensackpd.org::5be546eb-4763-4194-b93d-35346ec02cb5" providerId="AD" clId="Web-{D73F2F44-D6B7-1488-9A27-AB5D6948B374}" dt="2025-06-22T00:00:23.738" v="64" actId="14100"/>
          <ac:cxnSpMkLst>
            <pc:docMk/>
            <pc:sldMk cId="2355037487" sldId="293"/>
            <ac:cxnSpMk id="6" creationId="{1B8FD7D0-DD7F-CEB3-BEC0-CC4F654A1EDE}"/>
          </ac:cxnSpMkLst>
        </pc:cxnChg>
      </pc:sldChg>
      <pc:sldChg chg="modSp add replId">
        <pc:chgData name="Robert Carucci" userId="S::rcarucci@hackensackpd.org::5be546eb-4763-4194-b93d-35346ec02cb5" providerId="AD" clId="Web-{D73F2F44-D6B7-1488-9A27-AB5D6948B374}" dt="2025-06-22T00:09:41.556" v="107" actId="20577"/>
        <pc:sldMkLst>
          <pc:docMk/>
          <pc:sldMk cId="3536563785" sldId="294"/>
        </pc:sldMkLst>
        <pc:spChg chg="mod">
          <ac:chgData name="Robert Carucci" userId="S::rcarucci@hackensackpd.org::5be546eb-4763-4194-b93d-35346ec02cb5" providerId="AD" clId="Web-{D73F2F44-D6B7-1488-9A27-AB5D6948B374}" dt="2025-06-22T00:09:41.556" v="107" actId="20577"/>
          <ac:spMkLst>
            <pc:docMk/>
            <pc:sldMk cId="3536563785" sldId="294"/>
            <ac:spMk id="3" creationId="{C17C2341-163F-0000-219D-6314C8F4B3FC}"/>
          </ac:spMkLst>
        </pc:spChg>
      </pc:sldChg>
    </pc:docChg>
  </pc:docChgLst>
  <pc:docChgLst>
    <pc:chgData name="Robert Carucci" userId="5be546eb-4763-4194-b93d-35346ec02cb5" providerId="ADAL" clId="{2E5EEE3C-15FE-4F0C-82C3-7FF7428509BA}"/>
    <pc:docChg chg="undo custSel modSld">
      <pc:chgData name="Robert Carucci" userId="5be546eb-4763-4194-b93d-35346ec02cb5" providerId="ADAL" clId="{2E5EEE3C-15FE-4F0C-82C3-7FF7428509BA}" dt="2025-05-21T18:07:14.970" v="152" actId="14100"/>
      <pc:docMkLst>
        <pc:docMk/>
      </pc:docMkLst>
      <pc:sldChg chg="addSp delSp modSp mod">
        <pc:chgData name="Robert Carucci" userId="5be546eb-4763-4194-b93d-35346ec02cb5" providerId="ADAL" clId="{2E5EEE3C-15FE-4F0C-82C3-7FF7428509BA}" dt="2025-05-21T18:06:01.083" v="139" actId="14100"/>
        <pc:sldMkLst>
          <pc:docMk/>
          <pc:sldMk cId="1185383279" sldId="286"/>
        </pc:sldMkLst>
        <pc:spChg chg="add mod">
          <ac:chgData name="Robert Carucci" userId="5be546eb-4763-4194-b93d-35346ec02cb5" providerId="ADAL" clId="{2E5EEE3C-15FE-4F0C-82C3-7FF7428509BA}" dt="2025-05-21T18:06:01.083" v="139" actId="14100"/>
          <ac:spMkLst>
            <pc:docMk/>
            <pc:sldMk cId="1185383279" sldId="286"/>
            <ac:spMk id="13" creationId="{85AE26AB-E715-7042-EB4A-8ACDC5997A52}"/>
          </ac:spMkLst>
        </pc:spChg>
        <pc:picChg chg="mod">
          <ac:chgData name="Robert Carucci" userId="5be546eb-4763-4194-b93d-35346ec02cb5" providerId="ADAL" clId="{2E5EEE3C-15FE-4F0C-82C3-7FF7428509BA}" dt="2025-05-21T17:24:14.455" v="61" actId="14826"/>
          <ac:picMkLst>
            <pc:docMk/>
            <pc:sldMk cId="1185383279" sldId="286"/>
            <ac:picMk id="4" creationId="{FD80DEB4-F25F-AF9C-0F57-D17F9F834AC4}"/>
          </ac:picMkLst>
        </pc:picChg>
        <pc:picChg chg="add del mod">
          <ac:chgData name="Robert Carucci" userId="5be546eb-4763-4194-b93d-35346ec02cb5" providerId="ADAL" clId="{2E5EEE3C-15FE-4F0C-82C3-7FF7428509BA}" dt="2025-05-21T17:24:09.975" v="60" actId="21"/>
          <ac:picMkLst>
            <pc:docMk/>
            <pc:sldMk cId="1185383279" sldId="286"/>
            <ac:picMk id="7" creationId="{53D212FD-048A-7149-CBB7-679BBE760E59}"/>
          </ac:picMkLst>
        </pc:picChg>
        <pc:picChg chg="add del mod">
          <ac:chgData name="Robert Carucci" userId="5be546eb-4763-4194-b93d-35346ec02cb5" providerId="ADAL" clId="{2E5EEE3C-15FE-4F0C-82C3-7FF7428509BA}" dt="2025-05-20T19:38:38.610" v="35" actId="21"/>
          <ac:picMkLst>
            <pc:docMk/>
            <pc:sldMk cId="1185383279" sldId="286"/>
            <ac:picMk id="7" creationId="{9996BB06-5E9C-549C-E28F-BD536508DDAF}"/>
          </ac:picMkLst>
        </pc:picChg>
        <pc:picChg chg="add del mod">
          <ac:chgData name="Robert Carucci" userId="5be546eb-4763-4194-b93d-35346ec02cb5" providerId="ADAL" clId="{2E5EEE3C-15FE-4F0C-82C3-7FF7428509BA}" dt="2025-05-20T17:34:11.109" v="3" actId="21"/>
          <ac:picMkLst>
            <pc:docMk/>
            <pc:sldMk cId="1185383279" sldId="286"/>
            <ac:picMk id="7" creationId="{E709056B-A950-FBD5-CF22-1652DD47311E}"/>
          </ac:picMkLst>
        </pc:picChg>
        <pc:picChg chg="add del mod">
          <ac:chgData name="Robert Carucci" userId="5be546eb-4763-4194-b93d-35346ec02cb5" providerId="ADAL" clId="{2E5EEE3C-15FE-4F0C-82C3-7FF7428509BA}" dt="2025-05-20T17:34:30.760" v="8" actId="21"/>
          <ac:picMkLst>
            <pc:docMk/>
            <pc:sldMk cId="1185383279" sldId="286"/>
            <ac:picMk id="10" creationId="{75E76C30-0B62-B89F-6CB9-D6C7A74ED9E6}"/>
          </ac:picMkLst>
        </pc:picChg>
        <pc:picChg chg="add del mod">
          <ac:chgData name="Robert Carucci" userId="5be546eb-4763-4194-b93d-35346ec02cb5" providerId="ADAL" clId="{2E5EEE3C-15FE-4F0C-82C3-7FF7428509BA}" dt="2025-05-21T17:24:38.858" v="65" actId="21"/>
          <ac:picMkLst>
            <pc:docMk/>
            <pc:sldMk cId="1185383279" sldId="286"/>
            <ac:picMk id="10" creationId="{CC6F3A40-0B08-1B47-19E5-D99F6885441A}"/>
          </ac:picMkLst>
        </pc:picChg>
        <pc:picChg chg="add del mod">
          <ac:chgData name="Robert Carucci" userId="5be546eb-4763-4194-b93d-35346ec02cb5" providerId="ADAL" clId="{2E5EEE3C-15FE-4F0C-82C3-7FF7428509BA}" dt="2025-05-20T17:34:36.648" v="10" actId="478"/>
          <ac:picMkLst>
            <pc:docMk/>
            <pc:sldMk cId="1185383279" sldId="286"/>
            <ac:picMk id="12" creationId="{6BF4FBF0-96F7-67AB-14ED-EB9C4440ED40}"/>
          </ac:picMkLst>
        </pc:picChg>
        <pc:picChg chg="mod">
          <ac:chgData name="Robert Carucci" userId="5be546eb-4763-4194-b93d-35346ec02cb5" providerId="ADAL" clId="{2E5EEE3C-15FE-4F0C-82C3-7FF7428509BA}" dt="2025-05-21T17:24:42.459" v="66" actId="14826"/>
          <ac:picMkLst>
            <pc:docMk/>
            <pc:sldMk cId="1185383279" sldId="286"/>
            <ac:picMk id="23" creationId="{9774AC32-66C6-2C48-3131-50BB390389F2}"/>
          </ac:picMkLst>
        </pc:picChg>
        <pc:picChg chg="del">
          <ac:chgData name="Robert Carucci" userId="5be546eb-4763-4194-b93d-35346ec02cb5" providerId="ADAL" clId="{2E5EEE3C-15FE-4F0C-82C3-7FF7428509BA}" dt="2025-05-21T18:04:34.333" v="117" actId="478"/>
          <ac:picMkLst>
            <pc:docMk/>
            <pc:sldMk cId="1185383279" sldId="286"/>
            <ac:picMk id="32" creationId="{BBD79F8E-02A7-11A6-22CF-A1B9D9C1A093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7:14.970" v="152" actId="14100"/>
        <pc:sldMkLst>
          <pc:docMk/>
          <pc:sldMk cId="3242726822" sldId="287"/>
        </pc:sldMkLst>
        <pc:spChg chg="add mod">
          <ac:chgData name="Robert Carucci" userId="5be546eb-4763-4194-b93d-35346ec02cb5" providerId="ADAL" clId="{2E5EEE3C-15FE-4F0C-82C3-7FF7428509BA}" dt="2025-05-21T18:07:14.970" v="152" actId="14100"/>
          <ac:spMkLst>
            <pc:docMk/>
            <pc:sldMk cId="3242726822" sldId="287"/>
            <ac:spMk id="13" creationId="{57503456-B375-85D2-083C-A086242224D2}"/>
          </ac:spMkLst>
        </pc:spChg>
        <pc:picChg chg="add del mod">
          <ac:chgData name="Robert Carucci" userId="5be546eb-4763-4194-b93d-35346ec02cb5" providerId="ADAL" clId="{2E5EEE3C-15FE-4F0C-82C3-7FF7428509BA}" dt="2025-05-21T17:25:04.360" v="70" actId="21"/>
          <ac:picMkLst>
            <pc:docMk/>
            <pc:sldMk cId="3242726822" sldId="287"/>
            <ac:picMk id="5" creationId="{1DF5EAB8-4037-5F8F-6038-27FE1EB34447}"/>
          </ac:picMkLst>
        </pc:picChg>
        <pc:picChg chg="add del mod">
          <ac:chgData name="Robert Carucci" userId="5be546eb-4763-4194-b93d-35346ec02cb5" providerId="ADAL" clId="{2E5EEE3C-15FE-4F0C-82C3-7FF7428509BA}" dt="2025-05-20T19:37:43.001" v="25" actId="21"/>
          <ac:picMkLst>
            <pc:docMk/>
            <pc:sldMk cId="3242726822" sldId="287"/>
            <ac:picMk id="5" creationId="{B93F042D-0E6C-CDB6-DA30-2BC046846F55}"/>
          </ac:picMkLst>
        </pc:picChg>
        <pc:picChg chg="add del mod">
          <ac:chgData name="Robert Carucci" userId="5be546eb-4763-4194-b93d-35346ec02cb5" providerId="ADAL" clId="{2E5EEE3C-15FE-4F0C-82C3-7FF7428509BA}" dt="2025-05-20T17:35:28.992" v="15" actId="21"/>
          <ac:picMkLst>
            <pc:docMk/>
            <pc:sldMk cId="3242726822" sldId="287"/>
            <ac:picMk id="5" creationId="{E64FBD84-B142-8741-6B6E-20F2FE1108A1}"/>
          </ac:picMkLst>
        </pc:picChg>
        <pc:picChg chg="add del mod">
          <ac:chgData name="Robert Carucci" userId="5be546eb-4763-4194-b93d-35346ec02cb5" providerId="ADAL" clId="{2E5EEE3C-15FE-4F0C-82C3-7FF7428509BA}" dt="2025-05-20T19:38:02.184" v="30" actId="21"/>
          <ac:picMkLst>
            <pc:docMk/>
            <pc:sldMk cId="3242726822" sldId="287"/>
            <ac:picMk id="9" creationId="{0255C390-C27E-7A51-59D4-05BB44AA09D6}"/>
          </ac:picMkLst>
        </pc:picChg>
        <pc:picChg chg="add del mod">
          <ac:chgData name="Robert Carucci" userId="5be546eb-4763-4194-b93d-35346ec02cb5" providerId="ADAL" clId="{2E5EEE3C-15FE-4F0C-82C3-7FF7428509BA}" dt="2025-05-20T17:35:51.472" v="20" actId="21"/>
          <ac:picMkLst>
            <pc:docMk/>
            <pc:sldMk cId="3242726822" sldId="287"/>
            <ac:picMk id="9" creationId="{2086BA82-6EB5-7358-B31E-FE11734A7C1D}"/>
          </ac:picMkLst>
        </pc:picChg>
        <pc:picChg chg="add del mod">
          <ac:chgData name="Robert Carucci" userId="5be546eb-4763-4194-b93d-35346ec02cb5" providerId="ADAL" clId="{2E5EEE3C-15FE-4F0C-82C3-7FF7428509BA}" dt="2025-05-21T17:25:19.301" v="75" actId="21"/>
          <ac:picMkLst>
            <pc:docMk/>
            <pc:sldMk cId="3242726822" sldId="287"/>
            <ac:picMk id="9" creationId="{AE99ECC1-8A22-59F1-CFF9-349CEBC03B56}"/>
          </ac:picMkLst>
        </pc:picChg>
        <pc:picChg chg="mod">
          <ac:chgData name="Robert Carucci" userId="5be546eb-4763-4194-b93d-35346ec02cb5" providerId="ADAL" clId="{2E5EEE3C-15FE-4F0C-82C3-7FF7428509BA}" dt="2025-05-21T17:25:07.938" v="71" actId="14826"/>
          <ac:picMkLst>
            <pc:docMk/>
            <pc:sldMk cId="3242726822" sldId="287"/>
            <ac:picMk id="10" creationId="{F5F06B96-A1E5-54E0-A41E-19E0FE694EB8}"/>
          </ac:picMkLst>
        </pc:picChg>
        <pc:picChg chg="add del mod">
          <ac:chgData name="Robert Carucci" userId="5be546eb-4763-4194-b93d-35346ec02cb5" providerId="ADAL" clId="{2E5EEE3C-15FE-4F0C-82C3-7FF7428509BA}" dt="2025-05-20T19:38:58.957" v="40" actId="21"/>
          <ac:picMkLst>
            <pc:docMk/>
            <pc:sldMk cId="3242726822" sldId="287"/>
            <ac:picMk id="13" creationId="{DC816F9F-B3AB-B4E8-C42A-0B18B4E348CC}"/>
          </ac:picMkLst>
        </pc:picChg>
        <pc:picChg chg="mod">
          <ac:chgData name="Robert Carucci" userId="5be546eb-4763-4194-b93d-35346ec02cb5" providerId="ADAL" clId="{2E5EEE3C-15FE-4F0C-82C3-7FF7428509BA}" dt="2025-05-21T17:25:22.716" v="76" actId="14826"/>
          <ac:picMkLst>
            <pc:docMk/>
            <pc:sldMk cId="3242726822" sldId="287"/>
            <ac:picMk id="21" creationId="{D0B87FD0-FEDE-9602-1A19-8B15B5C62FD4}"/>
          </ac:picMkLst>
        </pc:picChg>
        <pc:picChg chg="del">
          <ac:chgData name="Robert Carucci" userId="5be546eb-4763-4194-b93d-35346ec02cb5" providerId="ADAL" clId="{2E5EEE3C-15FE-4F0C-82C3-7FF7428509BA}" dt="2025-05-21T18:04:45.772" v="120" actId="478"/>
          <ac:picMkLst>
            <pc:docMk/>
            <pc:sldMk cId="3242726822" sldId="287"/>
            <ac:picMk id="23" creationId="{EA950BF8-DE01-091E-F38A-991D20850B26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6:40.956" v="148" actId="1076"/>
        <pc:sldMkLst>
          <pc:docMk/>
          <pc:sldMk cId="477563929" sldId="288"/>
        </pc:sldMkLst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3" creationId="{B5B63965-D5CA-2549-2701-0EC597466C2F}"/>
          </ac:spMkLst>
        </pc:spChg>
        <pc:spChg chg="del">
          <ac:chgData name="Robert Carucci" userId="5be546eb-4763-4194-b93d-35346ec02cb5" providerId="ADAL" clId="{2E5EEE3C-15FE-4F0C-82C3-7FF7428509BA}" dt="2025-05-21T18:06:10.783" v="140" actId="478"/>
          <ac:spMkLst>
            <pc:docMk/>
            <pc:sldMk cId="477563929" sldId="288"/>
            <ac:spMk id="9" creationId="{43B967F0-FC90-6FE0-748F-BD5E85EC3F59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1" creationId="{B5DFEEA4-8196-664A-FF30-814A8A0A4171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4" creationId="{2926E1D0-2DD7-B7AE-4B23-2A7DF8AC0325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5" creationId="{FEA68C91-F7C1-9115-DC5F-D681C1DB668B}"/>
          </ac:spMkLst>
        </pc:spChg>
        <pc:spChg chg="add mod">
          <ac:chgData name="Robert Carucci" userId="5be546eb-4763-4194-b93d-35346ec02cb5" providerId="ADAL" clId="{2E5EEE3C-15FE-4F0C-82C3-7FF7428509BA}" dt="2025-05-21T18:06:40.956" v="148" actId="1076"/>
          <ac:spMkLst>
            <pc:docMk/>
            <pc:sldMk cId="477563929" sldId="288"/>
            <ac:spMk id="16" creationId="{456606E6-7A21-3116-2A54-34A2D99C7967}"/>
          </ac:spMkLst>
        </pc:spChg>
        <pc:picChg chg="add del mod">
          <ac:chgData name="Robert Carucci" userId="5be546eb-4763-4194-b93d-35346ec02cb5" providerId="ADAL" clId="{2E5EEE3C-15FE-4F0C-82C3-7FF7428509BA}" dt="2025-05-20T19:39:51.657" v="55" actId="21"/>
          <ac:picMkLst>
            <pc:docMk/>
            <pc:sldMk cId="477563929" sldId="288"/>
            <ac:picMk id="5" creationId="{7BF1A63B-A17A-5666-0625-57733DF7EBE9}"/>
          </ac:picMkLst>
        </pc:picChg>
        <pc:picChg chg="add del mod">
          <ac:chgData name="Robert Carucci" userId="5be546eb-4763-4194-b93d-35346ec02cb5" providerId="ADAL" clId="{2E5EEE3C-15FE-4F0C-82C3-7FF7428509BA}" dt="2025-05-21T17:27:44.838" v="95" actId="21"/>
          <ac:picMkLst>
            <pc:docMk/>
            <pc:sldMk cId="477563929" sldId="288"/>
            <ac:picMk id="5" creationId="{90C2A2D5-D9A2-E4C5-3EFA-21CE8F20012A}"/>
          </ac:picMkLst>
        </pc:picChg>
        <pc:picChg chg="add del mod">
          <ac:chgData name="Robert Carucci" userId="5be546eb-4763-4194-b93d-35346ec02cb5" providerId="ADAL" clId="{2E5EEE3C-15FE-4F0C-82C3-7FF7428509BA}" dt="2025-05-21T17:59:16.603" v="104" actId="21"/>
          <ac:picMkLst>
            <pc:docMk/>
            <pc:sldMk cId="477563929" sldId="288"/>
            <ac:picMk id="10" creationId="{006A0F7E-F504-A584-4605-3714FA82C8BA}"/>
          </ac:picMkLst>
        </pc:picChg>
        <pc:picChg chg="mod">
          <ac:chgData name="Robert Carucci" userId="5be546eb-4763-4194-b93d-35346ec02cb5" providerId="ADAL" clId="{2E5EEE3C-15FE-4F0C-82C3-7FF7428509BA}" dt="2025-05-21T17:59:19.836" v="105" actId="14826"/>
          <ac:picMkLst>
            <pc:docMk/>
            <pc:sldMk cId="477563929" sldId="288"/>
            <ac:picMk id="12" creationId="{70FB4CF8-1731-6A1B-7D93-8737D312F852}"/>
          </ac:picMkLst>
        </pc:picChg>
        <pc:picChg chg="mod">
          <ac:chgData name="Robert Carucci" userId="5be546eb-4763-4194-b93d-35346ec02cb5" providerId="ADAL" clId="{2E5EEE3C-15FE-4F0C-82C3-7FF7428509BA}" dt="2025-05-21T17:27:48.416" v="96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4:23.538" v="116" actId="20577"/>
        <pc:sldMkLst>
          <pc:docMk/>
          <pc:sldMk cId="3092951088" sldId="289"/>
        </pc:sldMkLst>
        <pc:spChg chg="add mod">
          <ac:chgData name="Robert Carucci" userId="5be546eb-4763-4194-b93d-35346ec02cb5" providerId="ADAL" clId="{2E5EEE3C-15FE-4F0C-82C3-7FF7428509BA}" dt="2025-05-21T18:04:23.538" v="116" actId="20577"/>
          <ac:spMkLst>
            <pc:docMk/>
            <pc:sldMk cId="3092951088" sldId="289"/>
            <ac:spMk id="12" creationId="{8B0DAF7D-67C2-1704-23D1-56D33C97F2B6}"/>
          </ac:spMkLst>
        </pc:spChg>
        <pc:picChg chg="add del mod">
          <ac:chgData name="Robert Carucci" userId="5be546eb-4763-4194-b93d-35346ec02cb5" providerId="ADAL" clId="{2E5EEE3C-15FE-4F0C-82C3-7FF7428509BA}" dt="2025-05-21T17:27:08.331" v="85" actId="21"/>
          <ac:picMkLst>
            <pc:docMk/>
            <pc:sldMk cId="3092951088" sldId="289"/>
            <ac:picMk id="5" creationId="{5FED9F11-12A9-75C2-DF31-28DB00065386}"/>
          </ac:picMkLst>
        </pc:picChg>
        <pc:picChg chg="add del mod">
          <ac:chgData name="Robert Carucci" userId="5be546eb-4763-4194-b93d-35346ec02cb5" providerId="ADAL" clId="{2E5EEE3C-15FE-4F0C-82C3-7FF7428509BA}" dt="2025-05-20T19:39:32.771" v="50" actId="21"/>
          <ac:picMkLst>
            <pc:docMk/>
            <pc:sldMk cId="3092951088" sldId="289"/>
            <ac:picMk id="5" creationId="{B69C2141-2D55-FFE5-87A1-2C7854437767}"/>
          </ac:picMkLst>
        </pc:picChg>
        <pc:picChg chg="add del mod">
          <ac:chgData name="Robert Carucci" userId="5be546eb-4763-4194-b93d-35346ec02cb5" providerId="ADAL" clId="{2E5EEE3C-15FE-4F0C-82C3-7FF7428509BA}" dt="2025-05-21T17:27:24.407" v="90" actId="21"/>
          <ac:picMkLst>
            <pc:docMk/>
            <pc:sldMk cId="3092951088" sldId="289"/>
            <ac:picMk id="9" creationId="{B040E394-CC13-C9A7-8725-0055E88782B8}"/>
          </ac:picMkLst>
        </pc:picChg>
        <pc:picChg chg="mod">
          <ac:chgData name="Robert Carucci" userId="5be546eb-4763-4194-b93d-35346ec02cb5" providerId="ADAL" clId="{2E5EEE3C-15FE-4F0C-82C3-7FF7428509BA}" dt="2025-05-21T17:27:11.207" v="86" actId="14826"/>
          <ac:picMkLst>
            <pc:docMk/>
            <pc:sldMk cId="3092951088" sldId="289"/>
            <ac:picMk id="10" creationId="{535F5F85-C538-D984-3D10-CF520A9B4407}"/>
          </ac:picMkLst>
        </pc:picChg>
        <pc:picChg chg="mod">
          <ac:chgData name="Robert Carucci" userId="5be546eb-4763-4194-b93d-35346ec02cb5" providerId="ADAL" clId="{2E5EEE3C-15FE-4F0C-82C3-7FF7428509BA}" dt="2025-05-21T17:27:27.687" v="91" actId="14826"/>
          <ac:picMkLst>
            <pc:docMk/>
            <pc:sldMk cId="3092951088" sldId="289"/>
            <ac:picMk id="19" creationId="{237D4232-08F5-7F03-CA3B-8B7D68149181}"/>
          </ac:picMkLst>
        </pc:picChg>
        <pc:picChg chg="del">
          <ac:chgData name="Robert Carucci" userId="5be546eb-4763-4194-b93d-35346ec02cb5" providerId="ADAL" clId="{2E5EEE3C-15FE-4F0C-82C3-7FF7428509BA}" dt="2025-05-21T18:03:24.838" v="106" actId="478"/>
          <ac:picMkLst>
            <pc:docMk/>
            <pc:sldMk cId="3092951088" sldId="289"/>
            <ac:picMk id="24" creationId="{368B9EA5-2FFC-986B-1C08-B4BB31BE1311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5:50.829" v="138" actId="14100"/>
        <pc:sldMkLst>
          <pc:docMk/>
          <pc:sldMk cId="2494822564" sldId="290"/>
        </pc:sldMkLst>
        <pc:spChg chg="mod">
          <ac:chgData name="Robert Carucci" userId="5be546eb-4763-4194-b93d-35346ec02cb5" providerId="ADAL" clId="{2E5EEE3C-15FE-4F0C-82C3-7FF7428509BA}" dt="2025-05-21T18:05:50.829" v="138" actId="14100"/>
          <ac:spMkLst>
            <pc:docMk/>
            <pc:sldMk cId="2494822564" sldId="290"/>
            <ac:spMk id="22" creationId="{AAD5D31B-41E5-64D3-436C-E6E57F1226D9}"/>
          </ac:spMkLst>
        </pc:spChg>
        <pc:picChg chg="add del mod">
          <ac:chgData name="Robert Carucci" userId="5be546eb-4763-4194-b93d-35346ec02cb5" providerId="ADAL" clId="{2E5EEE3C-15FE-4F0C-82C3-7FF7428509BA}" dt="2025-05-20T19:39:15.838" v="45" actId="21"/>
          <ac:picMkLst>
            <pc:docMk/>
            <pc:sldMk cId="2494822564" sldId="290"/>
            <ac:picMk id="5" creationId="{0FAAB2CA-ACD4-8810-4285-51324C681038}"/>
          </ac:picMkLst>
        </pc:picChg>
        <pc:picChg chg="add del mod">
          <ac:chgData name="Robert Carucci" userId="5be546eb-4763-4194-b93d-35346ec02cb5" providerId="ADAL" clId="{2E5EEE3C-15FE-4F0C-82C3-7FF7428509BA}" dt="2025-05-21T17:26:29.310" v="80" actId="21"/>
          <ac:picMkLst>
            <pc:docMk/>
            <pc:sldMk cId="2494822564" sldId="290"/>
            <ac:picMk id="5" creationId="{C314E40E-4656-D7D3-8BCC-B93A9A14AE4B}"/>
          </ac:picMkLst>
        </pc:picChg>
        <pc:picChg chg="add del mod">
          <ac:chgData name="Robert Carucci" userId="5be546eb-4763-4194-b93d-35346ec02cb5" providerId="ADAL" clId="{2E5EEE3C-15FE-4F0C-82C3-7FF7428509BA}" dt="2025-05-21T17:51:16.255" v="98" actId="21"/>
          <ac:picMkLst>
            <pc:docMk/>
            <pc:sldMk cId="2494822564" sldId="290"/>
            <ac:picMk id="7" creationId="{15AD1A71-0204-6F06-CF2A-5DDD4BAE8A34}"/>
          </ac:picMkLst>
        </pc:picChg>
        <pc:picChg chg="mod">
          <ac:chgData name="Robert Carucci" userId="5be546eb-4763-4194-b93d-35346ec02cb5" providerId="ADAL" clId="{2E5EEE3C-15FE-4F0C-82C3-7FF7428509BA}" dt="2025-05-21T17:51:19.920" v="99" actId="14826"/>
          <ac:picMkLst>
            <pc:docMk/>
            <pc:sldMk cId="2494822564" sldId="290"/>
            <ac:picMk id="16" creationId="{49AE32CB-754D-5033-1352-3B899A22C0B7}"/>
          </ac:picMkLst>
        </pc:picChg>
        <pc:picChg chg="mod">
          <ac:chgData name="Robert Carucci" userId="5be546eb-4763-4194-b93d-35346ec02cb5" providerId="ADAL" clId="{2E5EEE3C-15FE-4F0C-82C3-7FF7428509BA}" dt="2025-05-21T17:26:32.539" v="81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5be546eb-4763-4194-b93d-35346ec02cb5" providerId="ADAL" clId="{2CCAE65D-8267-4F86-8F0A-BA803A734201}"/>
    <pc:docChg chg="undo custSel modSld sldOrd">
      <pc:chgData name="Robert Carucci" userId="5be546eb-4763-4194-b93d-35346ec02cb5" providerId="ADAL" clId="{2CCAE65D-8267-4F86-8F0A-BA803A734201}" dt="2025-05-06T18:50:21.351" v="1109" actId="1076"/>
      <pc:docMkLst>
        <pc:docMk/>
      </pc:docMkLst>
      <pc:sldChg chg="addSp delSp modSp mod">
        <pc:chgData name="Robert Carucci" userId="5be546eb-4763-4194-b93d-35346ec02cb5" providerId="ADAL" clId="{2CCAE65D-8267-4F86-8F0A-BA803A734201}" dt="2025-05-06T18:42:47.133" v="1032" actId="1076"/>
        <pc:sldMkLst>
          <pc:docMk/>
          <pc:sldMk cId="1185383279" sldId="286"/>
        </pc:sldMkLst>
        <pc:spChg chg="mod">
          <ac:chgData name="Robert Carucci" userId="5be546eb-4763-4194-b93d-35346ec02cb5" providerId="ADAL" clId="{2CCAE65D-8267-4F86-8F0A-BA803A734201}" dt="2025-05-06T18:02:08.508" v="793" actId="14100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2CCAE65D-8267-4F86-8F0A-BA803A734201}" dt="2025-05-06T18:02:29.151" v="830" actId="122"/>
          <ac:spMkLst>
            <pc:docMk/>
            <pc:sldMk cId="1185383279" sldId="286"/>
            <ac:spMk id="11" creationId="{D2E4D2F0-48AC-1E78-A65A-1C25D0D7E5D5}"/>
          </ac:spMkLst>
        </pc:spChg>
        <pc:picChg chg="mod">
          <ac:chgData name="Robert Carucci" userId="5be546eb-4763-4194-b93d-35346ec02cb5" providerId="ADAL" clId="{2CCAE65D-8267-4F86-8F0A-BA803A734201}" dt="2025-05-06T18:01:14.758" v="700" actId="1076"/>
          <ac:picMkLst>
            <pc:docMk/>
            <pc:sldMk cId="1185383279" sldId="286"/>
            <ac:picMk id="4" creationId="{FD80DEB4-F25F-AF9C-0F57-D17F9F834AC4}"/>
          </ac:picMkLst>
        </pc:picChg>
        <pc:picChg chg="add mod">
          <ac:chgData name="Robert Carucci" userId="5be546eb-4763-4194-b93d-35346ec02cb5" providerId="ADAL" clId="{2CCAE65D-8267-4F86-8F0A-BA803A734201}" dt="2025-05-06T18:05:44.957" v="1015" actId="14100"/>
          <ac:picMkLst>
            <pc:docMk/>
            <pc:sldMk cId="1185383279" sldId="286"/>
            <ac:picMk id="23" creationId="{9774AC32-66C6-2C48-3131-50BB390389F2}"/>
          </ac:picMkLst>
        </pc:picChg>
        <pc:picChg chg="add mod">
          <ac:chgData name="Robert Carucci" userId="5be546eb-4763-4194-b93d-35346ec02cb5" providerId="ADAL" clId="{2CCAE65D-8267-4F86-8F0A-BA803A734201}" dt="2025-05-06T18:42:47.133" v="1032" actId="1076"/>
          <ac:picMkLst>
            <pc:docMk/>
            <pc:sldMk cId="1185383279" sldId="286"/>
            <ac:picMk id="32" creationId="{BBD79F8E-02A7-11A6-22CF-A1B9D9C1A093}"/>
          </ac:picMkLst>
        </pc:picChg>
        <pc:cxnChg chg="mod">
          <ac:chgData name="Robert Carucci" userId="5be546eb-4763-4194-b93d-35346ec02cb5" providerId="ADAL" clId="{2CCAE65D-8267-4F86-8F0A-BA803A734201}" dt="2025-05-06T18:02:14.493" v="826" actId="1037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2CCAE65D-8267-4F86-8F0A-BA803A734201}" dt="2025-05-06T18:01:34.089" v="737" actId="1035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49:53.943" v="1105" actId="14100"/>
        <pc:sldMkLst>
          <pc:docMk/>
          <pc:sldMk cId="3242726822" sldId="287"/>
        </pc:sldMkLst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3" creationId="{A4A70DD7-F6C8-3576-23A6-EAB31FB526E5}"/>
          </ac:spMkLst>
        </pc:spChg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11" creationId="{41C18280-889F-F719-F309-76204AA327DD}"/>
          </ac:spMkLst>
        </pc:spChg>
        <pc:picChg chg="add mod">
          <ac:chgData name="Robert Carucci" userId="5be546eb-4763-4194-b93d-35346ec02cb5" providerId="ADAL" clId="{2CCAE65D-8267-4F86-8F0A-BA803A734201}" dt="2025-05-06T18:05:50.468" v="1016" actId="14100"/>
          <ac:picMkLst>
            <pc:docMk/>
            <pc:sldMk cId="3242726822" sldId="287"/>
            <ac:picMk id="10" creationId="{F5F06B96-A1E5-54E0-A41E-19E0FE694EB8}"/>
          </ac:picMkLst>
        </pc:picChg>
        <pc:picChg chg="mod">
          <ac:chgData name="Robert Carucci" userId="5be546eb-4763-4194-b93d-35346ec02cb5" providerId="ADAL" clId="{2CCAE65D-8267-4F86-8F0A-BA803A734201}" dt="2025-05-06T18:03:17.948" v="874" actId="555"/>
          <ac:picMkLst>
            <pc:docMk/>
            <pc:sldMk cId="3242726822" sldId="287"/>
            <ac:picMk id="21" creationId="{D0B87FD0-FEDE-9602-1A19-8B15B5C62FD4}"/>
          </ac:picMkLst>
        </pc:picChg>
        <pc:picChg chg="add mod">
          <ac:chgData name="Robert Carucci" userId="5be546eb-4763-4194-b93d-35346ec02cb5" providerId="ADAL" clId="{2CCAE65D-8267-4F86-8F0A-BA803A734201}" dt="2025-05-06T18:49:53.943" v="1105" actId="14100"/>
          <ac:picMkLst>
            <pc:docMk/>
            <pc:sldMk cId="3242726822" sldId="287"/>
            <ac:picMk id="23" creationId="{EA950BF8-DE01-091E-F38A-991D20850B26}"/>
          </ac:picMkLst>
        </pc:picChg>
        <pc:cxnChg chg="mod">
          <ac:chgData name="Robert Carucci" userId="5be546eb-4763-4194-b93d-35346ec02cb5" providerId="ADAL" clId="{2CCAE65D-8267-4F86-8F0A-BA803A734201}" dt="2025-05-06T18:04:20.073" v="986" actId="1037"/>
          <ac:cxnSpMkLst>
            <pc:docMk/>
            <pc:sldMk cId="3242726822" sldId="287"/>
            <ac:cxnSpMk id="6" creationId="{0E260A50-7860-AC5B-F3C9-EA300A045CD9}"/>
          </ac:cxnSpMkLst>
        </pc:cxnChg>
        <pc:cxnChg chg="mod">
          <ac:chgData name="Robert Carucci" userId="5be546eb-4763-4194-b93d-35346ec02cb5" providerId="ADAL" clId="{2CCAE65D-8267-4F86-8F0A-BA803A734201}" dt="2025-05-06T18:03:27.536" v="879" actId="1036"/>
          <ac:cxnSpMkLst>
            <pc:docMk/>
            <pc:sldMk cId="3242726822" sldId="287"/>
            <ac:cxnSpMk id="8" creationId="{F4B0AF47-4BE3-53C2-FFDE-A8D3DD0820FF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50:11.839" v="1107" actId="403"/>
        <pc:sldMkLst>
          <pc:docMk/>
          <pc:sldMk cId="477563929" sldId="288"/>
        </pc:sldMkLst>
        <pc:spChg chg="mod">
          <ac:chgData name="Robert Carucci" userId="5be546eb-4763-4194-b93d-35346ec02cb5" providerId="ADAL" clId="{2CCAE65D-8267-4F86-8F0A-BA803A734201}" dt="2025-05-06T18:05:19.681" v="1012" actId="108"/>
          <ac:spMkLst>
            <pc:docMk/>
            <pc:sldMk cId="477563929" sldId="288"/>
            <ac:spMk id="3" creationId="{B5B63965-D5CA-2549-2701-0EC597466C2F}"/>
          </ac:spMkLst>
        </pc:spChg>
        <pc:spChg chg="mod">
          <ac:chgData name="Robert Carucci" userId="5be546eb-4763-4194-b93d-35346ec02cb5" providerId="ADAL" clId="{2CCAE65D-8267-4F86-8F0A-BA803A734201}" dt="2025-05-06T18:50:11.839" v="1107" actId="403"/>
          <ac:spMkLst>
            <pc:docMk/>
            <pc:sldMk cId="477563929" sldId="288"/>
            <ac:spMk id="9" creationId="{43B967F0-FC90-6FE0-748F-BD5E85EC3F59}"/>
          </ac:spMkLst>
        </pc:spChg>
        <pc:spChg chg="mod">
          <ac:chgData name="Robert Carucci" userId="5be546eb-4763-4194-b93d-35346ec02cb5" providerId="ADAL" clId="{2CCAE65D-8267-4F86-8F0A-BA803A734201}" dt="2025-05-06T18:05:17.450" v="1009" actId="108"/>
          <ac:spMkLst>
            <pc:docMk/>
            <pc:sldMk cId="477563929" sldId="288"/>
            <ac:spMk id="11" creationId="{B5DFEEA4-8196-664A-FF30-814A8A0A4171}"/>
          </ac:spMkLst>
        </pc:spChg>
        <pc:picChg chg="mod">
          <ac:chgData name="Robert Carucci" userId="5be546eb-4763-4194-b93d-35346ec02cb5" providerId="ADAL" clId="{2CCAE65D-8267-4F86-8F0A-BA803A734201}" dt="2025-05-06T17:40:49.491" v="363" actId="408"/>
          <ac:picMkLst>
            <pc:docMk/>
            <pc:sldMk cId="477563929" sldId="288"/>
            <ac:picMk id="12" creationId="{70FB4CF8-1731-6A1B-7D93-8737D312F852}"/>
          </ac:picMkLst>
        </pc:picChg>
        <pc:picChg chg="add mod">
          <ac:chgData name="Robert Carucci" userId="5be546eb-4763-4194-b93d-35346ec02cb5" providerId="ADAL" clId="{2CCAE65D-8267-4F86-8F0A-BA803A734201}" dt="2025-05-06T18:06:17.237" v="1021" actId="14100"/>
          <ac:picMkLst>
            <pc:docMk/>
            <pc:sldMk cId="477563929" sldId="288"/>
            <ac:picMk id="17" creationId="{D75B3C04-85A2-0917-81B5-AE7035A83086}"/>
          </ac:picMkLst>
        </pc:picChg>
        <pc:cxnChg chg="mod">
          <ac:chgData name="Robert Carucci" userId="5be546eb-4763-4194-b93d-35346ec02cb5" providerId="ADAL" clId="{2CCAE65D-8267-4F86-8F0A-BA803A734201}" dt="2025-05-06T17:44:11.131" v="504" actId="1076"/>
          <ac:cxnSpMkLst>
            <pc:docMk/>
            <pc:sldMk cId="477563929" sldId="288"/>
            <ac:cxnSpMk id="6" creationId="{4B746E7B-9A1A-0787-60D4-C3FC6DA9EBC0}"/>
          </ac:cxnSpMkLst>
        </pc:cxnChg>
        <pc:cxnChg chg="mod">
          <ac:chgData name="Robert Carucci" userId="5be546eb-4763-4194-b93d-35346ec02cb5" providerId="ADAL" clId="{2CCAE65D-8267-4F86-8F0A-BA803A734201}" dt="2025-05-06T17:42:22.033" v="491" actId="1036"/>
          <ac:cxnSpMkLst>
            <pc:docMk/>
            <pc:sldMk cId="477563929" sldId="288"/>
            <ac:cxnSpMk id="8" creationId="{0046A8A9-50AF-805C-785A-772E8194677A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47:22.835" v="1087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2CCAE65D-8267-4F86-8F0A-BA803A734201}" dt="2025-05-06T18:46:47.832" v="1080" actId="122"/>
          <ac:spMkLst>
            <pc:docMk/>
            <pc:sldMk cId="3092951088" sldId="289"/>
            <ac:spMk id="3" creationId="{1C3EE03D-98B1-2618-B649-C491D80E2678}"/>
          </ac:spMkLst>
        </pc:spChg>
        <pc:spChg chg="mod">
          <ac:chgData name="Robert Carucci" userId="5be546eb-4763-4194-b93d-35346ec02cb5" providerId="ADAL" clId="{2CCAE65D-8267-4F86-8F0A-BA803A734201}" dt="2025-05-06T18:46:57.633" v="1082" actId="14100"/>
          <ac:spMkLst>
            <pc:docMk/>
            <pc:sldMk cId="3092951088" sldId="289"/>
            <ac:spMk id="11" creationId="{29076C33-779E-E933-3967-6500DFE0B658}"/>
          </ac:spMkLst>
        </pc:spChg>
        <pc:picChg chg="mod ord">
          <ac:chgData name="Robert Carucci" userId="5be546eb-4763-4194-b93d-35346ec02cb5" providerId="ADAL" clId="{2CCAE65D-8267-4F86-8F0A-BA803A734201}" dt="2025-05-06T17:58:47.228" v="671" actId="167"/>
          <ac:picMkLst>
            <pc:docMk/>
            <pc:sldMk cId="3092951088" sldId="289"/>
            <ac:picMk id="10" creationId="{535F5F85-C538-D984-3D10-CF520A9B4407}"/>
          </ac:picMkLst>
        </pc:picChg>
        <pc:picChg chg="add mod">
          <ac:chgData name="Robert Carucci" userId="5be546eb-4763-4194-b93d-35346ec02cb5" providerId="ADAL" clId="{2CCAE65D-8267-4F86-8F0A-BA803A734201}" dt="2025-05-06T18:06:11.820" v="1020" actId="14100"/>
          <ac:picMkLst>
            <pc:docMk/>
            <pc:sldMk cId="3092951088" sldId="289"/>
            <ac:picMk id="19" creationId="{237D4232-08F5-7F03-CA3B-8B7D68149181}"/>
          </ac:picMkLst>
        </pc:picChg>
        <pc:cxnChg chg="mod">
          <ac:chgData name="Robert Carucci" userId="5be546eb-4763-4194-b93d-35346ec02cb5" providerId="ADAL" clId="{2CCAE65D-8267-4F86-8F0A-BA803A734201}" dt="2025-05-06T18:46:36.073" v="1077" actId="1037"/>
          <ac:cxnSpMkLst>
            <pc:docMk/>
            <pc:sldMk cId="3092951088" sldId="289"/>
            <ac:cxnSpMk id="6" creationId="{20CEA663-E11E-55DA-4135-A1DAA86377F3}"/>
          </ac:cxnSpMkLst>
        </pc:cxnChg>
        <pc:cxnChg chg="mod">
          <ac:chgData name="Robert Carucci" userId="5be546eb-4763-4194-b93d-35346ec02cb5" providerId="ADAL" clId="{2CCAE65D-8267-4F86-8F0A-BA803A734201}" dt="2025-05-06T17:58:42.513" v="670" actId="1035"/>
          <ac:cxnSpMkLst>
            <pc:docMk/>
            <pc:sldMk cId="3092951088" sldId="289"/>
            <ac:cxnSpMk id="8" creationId="{7B1FF38E-EC5C-8558-E436-563152656EB6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50:21.351" v="1109" actId="1076"/>
        <pc:sldMkLst>
          <pc:docMk/>
          <pc:sldMk cId="2494822564" sldId="290"/>
        </pc:sldMkLst>
        <pc:spChg chg="mod">
          <ac:chgData name="Robert Carucci" userId="5be546eb-4763-4194-b93d-35346ec02cb5" providerId="ADAL" clId="{2CCAE65D-8267-4F86-8F0A-BA803A734201}" dt="2025-05-06T17:54:19.914" v="528" actId="14100"/>
          <ac:spMkLst>
            <pc:docMk/>
            <pc:sldMk cId="2494822564" sldId="290"/>
            <ac:spMk id="3" creationId="{5CB3EE9F-3DFE-115C-A301-71BFC59EB4A6}"/>
          </ac:spMkLst>
        </pc:spChg>
        <pc:spChg chg="mod">
          <ac:chgData name="Robert Carucci" userId="5be546eb-4763-4194-b93d-35346ec02cb5" providerId="ADAL" clId="{2CCAE65D-8267-4F86-8F0A-BA803A734201}" dt="2025-05-06T18:05:10.641" v="1003" actId="108"/>
          <ac:spMkLst>
            <pc:docMk/>
            <pc:sldMk cId="2494822564" sldId="290"/>
            <ac:spMk id="11" creationId="{E5755EC4-A96C-ACEA-F23F-A193E0A3056F}"/>
          </ac:spMkLst>
        </pc:spChg>
        <pc:spChg chg="add mod">
          <ac:chgData name="Robert Carucci" userId="5be546eb-4763-4194-b93d-35346ec02cb5" providerId="ADAL" clId="{2CCAE65D-8267-4F86-8F0A-BA803A734201}" dt="2025-05-06T18:50:21.351" v="1109" actId="1076"/>
          <ac:spMkLst>
            <pc:docMk/>
            <pc:sldMk cId="2494822564" sldId="290"/>
            <ac:spMk id="22" creationId="{AAD5D31B-41E5-64D3-436C-E6E57F1226D9}"/>
          </ac:spMkLst>
        </pc:spChg>
        <pc:picChg chg="mod">
          <ac:chgData name="Robert Carucci" userId="5be546eb-4763-4194-b93d-35346ec02cb5" providerId="ADAL" clId="{2CCAE65D-8267-4F86-8F0A-BA803A734201}" dt="2025-05-06T17:56:58.247" v="569" actId="1076"/>
          <ac:picMkLst>
            <pc:docMk/>
            <pc:sldMk cId="2494822564" sldId="290"/>
            <ac:picMk id="16" creationId="{49AE32CB-754D-5033-1352-3B899A22C0B7}"/>
          </ac:picMkLst>
        </pc:picChg>
        <pc:picChg chg="add mod">
          <ac:chgData name="Robert Carucci" userId="5be546eb-4763-4194-b93d-35346ec02cb5" providerId="ADAL" clId="{2CCAE65D-8267-4F86-8F0A-BA803A734201}" dt="2025-05-06T18:06:01.572" v="1018" actId="14100"/>
          <ac:picMkLst>
            <pc:docMk/>
            <pc:sldMk cId="2494822564" sldId="290"/>
            <ac:picMk id="17" creationId="{3F768091-E321-12E9-4AA8-60644146CA4D}"/>
          </ac:picMkLst>
        </pc:picChg>
        <pc:cxnChg chg="mod">
          <ac:chgData name="Robert Carucci" userId="5be546eb-4763-4194-b93d-35346ec02cb5" providerId="ADAL" clId="{2CCAE65D-8267-4F86-8F0A-BA803A734201}" dt="2025-05-06T17:57:16.282" v="595" actId="1035"/>
          <ac:cxnSpMkLst>
            <pc:docMk/>
            <pc:sldMk cId="2494822564" sldId="290"/>
            <ac:cxnSpMk id="6" creationId="{8FF82571-9D52-1DC6-F7F0-7540D01EE1F7}"/>
          </ac:cxnSpMkLst>
        </pc:cxnChg>
        <pc:cxnChg chg="mod">
          <ac:chgData name="Robert Carucci" userId="5be546eb-4763-4194-b93d-35346ec02cb5" providerId="ADAL" clId="{2CCAE65D-8267-4F86-8F0A-BA803A734201}" dt="2025-05-06T17:57:04.395" v="592" actId="1035"/>
          <ac:cxnSpMkLst>
            <pc:docMk/>
            <pc:sldMk cId="2494822564" sldId="290"/>
            <ac:cxnSpMk id="8" creationId="{A0BE1B77-A6DA-A5FB-91D3-2FD61BA43DA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41352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Motor Vehicle Theft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627"/>
            <a:ext cx="5247840" cy="4055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3996191"/>
            <a:ext cx="5409791" cy="35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BD94-862C-5084-F00F-ABF51C15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134F7C-C743-51D2-2926-D278E2E4E5B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ACFD2F-B17A-D508-5D45-705A583A5576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7D870E-1A6C-1618-6BD7-8B76210F0DB9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36DA73C4-479C-D89B-1C89-C8511012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3362C4-42D1-66FD-EC7C-A40AE25DE4A1}"/>
              </a:ext>
            </a:extLst>
          </p:cNvPr>
          <p:cNvCxnSpPr>
            <a:cxnSpLocks/>
          </p:cNvCxnSpPr>
          <p:nvPr/>
        </p:nvCxnSpPr>
        <p:spPr>
          <a:xfrm flipH="1" flipV="1">
            <a:off x="2923845" y="888730"/>
            <a:ext cx="40934" cy="2595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4F9CC5-942C-39C4-FE4E-9B6766C0E69D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8150FF-39F4-EA25-B25C-851CF0745473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14656-8426-98D6-031E-BC6C4C622DDD}"/>
              </a:ext>
            </a:extLst>
          </p:cNvPr>
          <p:cNvSpPr txBox="1"/>
          <p:nvPr/>
        </p:nvSpPr>
        <p:spPr>
          <a:xfrm>
            <a:off x="217714" y="974096"/>
            <a:ext cx="260825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Motor Vehicle Burglary</a:t>
            </a:r>
          </a:p>
          <a:p>
            <a:pPr algn="ctr"/>
            <a:endParaRPr lang="en-US" sz="2000" b="1" dirty="0">
              <a:latin typeface="Arial Nova Co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1BA37-EA68-142C-E61E-9481B2FD1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627"/>
            <a:ext cx="5247840" cy="4055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D2E5C8-AC3B-A250-550F-991333009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3996191"/>
            <a:ext cx="5409791" cy="35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3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802C-34F3-6B95-3C20-79CFB967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F8D994-B46B-C471-D212-5FC8272D995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E4EDCC-2444-E4EF-8539-2FCCAB7285E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2054FD-44D7-4EAF-EA53-602C016C9817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9A82255E-BF55-3923-55CD-B9DB4E3D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B0FBBC-BD58-B5AE-DB15-8A7DA2953B2E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CE8C51-55FD-0FEA-F2A7-EB17F0CD965E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42DC9A-D4CC-7347-BBDD-F6D12D750CC0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292FF-5831-64E7-CAA0-8DE0E8D149BD}"/>
              </a:ext>
            </a:extLst>
          </p:cNvPr>
          <p:cNvSpPr txBox="1"/>
          <p:nvPr/>
        </p:nvSpPr>
        <p:spPr>
          <a:xfrm>
            <a:off x="217714" y="974096"/>
            <a:ext cx="260825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Residential &amp; Commercial Burglaries</a:t>
            </a:r>
          </a:p>
          <a:p>
            <a:pPr algn="ctr"/>
            <a:endParaRPr lang="en-US" sz="2000" b="1" dirty="0">
              <a:latin typeface="Arial Nova Cond"/>
            </a:endParaRPr>
          </a:p>
          <a:p>
            <a:pPr algn="ctr"/>
            <a:endParaRPr lang="en-US" sz="2000" b="1" dirty="0">
              <a:latin typeface="Arial Nova Co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71FCE-F461-E013-B761-602DA1D76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627"/>
            <a:ext cx="5247840" cy="4055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BEAF67-A88A-E97D-980C-C79BF3C27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3996191"/>
            <a:ext cx="5409791" cy="35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3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81E4-75CD-AC09-2A44-10658AB2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FA5FFF-E66D-8F7A-AF6C-73869B5AAC16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CF7DBB-BF5D-6FF1-9096-607FF443D824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D90F4E-84FB-1F83-A8A5-BA2BD11C4FBF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DD9ECF98-05BD-F80C-29C9-14EF3096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D3276D-77A6-AC5C-A33D-E3F507E88BBB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EFE618-5BC8-6F99-AE44-08BE33A86D7A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A003A4-A2DC-0BE2-8E39-165A88B789AC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C4AFE-42BA-1840-AB00-F2F5B216B613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Robbery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72724-9F7F-2D59-A696-BE7AF8949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627"/>
            <a:ext cx="5247840" cy="4055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C14754-C547-8270-4737-F8E30A1EE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3996191"/>
            <a:ext cx="5409791" cy="35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9958-EF2A-9FEB-8FFA-82F78BE5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4CEF42-25D6-3202-7629-87AC30A50C5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D42E01-8E61-6A4F-0A0F-BA17A6D56D09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D85A32-91DF-C223-8990-5A35E455CF7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4A381292-0776-ADE6-2CC0-6BF0D1DFF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F85F9-9678-5D77-997A-572BC4E21EDF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9B63A3-6D39-1A53-F9D7-8815843BE32B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118EC8-0C70-7569-24F8-FC6703AE6628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2341-163F-0000-219D-6314C8F4B3FC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Sexual Offenses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C20C0B-B420-226A-E283-7BCE11991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627"/>
            <a:ext cx="5247840" cy="4055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DC0E49-E914-A819-E46E-10213FC78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3996191"/>
            <a:ext cx="5409791" cy="35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6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1949</TotalTime>
  <Words>243</Words>
  <Application>Microsoft Office PowerPoint</Application>
  <PresentationFormat>Custom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93</cp:revision>
  <cp:lastPrinted>2024-03-13T21:12:29Z</cp:lastPrinted>
  <dcterms:created xsi:type="dcterms:W3CDTF">2024-03-08T16:09:34Z</dcterms:created>
  <dcterms:modified xsi:type="dcterms:W3CDTF">2025-06-22T00:09:49Z</dcterms:modified>
</cp:coreProperties>
</file>