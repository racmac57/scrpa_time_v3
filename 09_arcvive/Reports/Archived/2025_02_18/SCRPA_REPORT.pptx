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90" r:id="rId2"/>
    <p:sldId id="287" r:id="rId3"/>
    <p:sldId id="286" r:id="rId4"/>
    <p:sldId id="289" r:id="rId5"/>
    <p:sldId id="288" r:id="rId6"/>
  </p:sldIdLst>
  <p:sldSz cx="10696575" cy="7589838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7" userDrawn="1">
          <p15:clr>
            <a:srgbClr val="A4A3A4"/>
          </p15:clr>
        </p15:guide>
        <p15:guide id="2" pos="339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B82020-BD2F-8054-82C3-A14D9833D7A1}" name="Robert Carucci" initials="RC" userId="S::rcarucci@hackensackpd.org::5be546eb-4763-4194-b93d-35346ec02cb5" providerId="AD"/>
  <p188:author id="{614EE433-4CD8-D6C9-71EC-C019CC5DD367}" name="Ray Guidetti" initials="" userId="S::rguidetti@hackensack.org::9cdb527b-782c-4e10-85bc-d9af381ffb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EDFE"/>
    <a:srgbClr val="36105B"/>
    <a:srgbClr val="D100D0"/>
    <a:srgbClr val="020D56"/>
    <a:srgbClr val="00EBFF"/>
    <a:srgbClr val="023F93"/>
    <a:srgbClr val="9ADBFE"/>
    <a:srgbClr val="513E80"/>
    <a:srgbClr val="FAB24F"/>
    <a:srgbClr val="FF4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10698E-F240-430E-B493-8FEDAFA32661}" v="14" dt="2025-02-18T18:51:16.2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33" d="100"/>
          <a:sy n="133" d="100"/>
        </p:scale>
        <p:origin x="1356" y="120"/>
      </p:cViewPr>
      <p:guideLst>
        <p:guide orient="horz" pos="2367"/>
        <p:guide pos="3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Carucci" userId="5be546eb-4763-4194-b93d-35346ec02cb5" providerId="ADAL" clId="{2710698E-F240-430E-B493-8FEDAFA32661}"/>
    <pc:docChg chg="undo redo custSel modSld">
      <pc:chgData name="Robert Carucci" userId="5be546eb-4763-4194-b93d-35346ec02cb5" providerId="ADAL" clId="{2710698E-F240-430E-B493-8FEDAFA32661}" dt="2025-02-18T18:51:23.043" v="358" actId="14826"/>
      <pc:docMkLst>
        <pc:docMk/>
      </pc:docMkLst>
      <pc:sldChg chg="addSp delSp modSp mod">
        <pc:chgData name="Robert Carucci" userId="5be546eb-4763-4194-b93d-35346ec02cb5" providerId="ADAL" clId="{2710698E-F240-430E-B493-8FEDAFA32661}" dt="2025-02-18T18:42:44.552" v="348" actId="14826"/>
        <pc:sldMkLst>
          <pc:docMk/>
          <pc:sldMk cId="1185383279" sldId="286"/>
        </pc:sldMkLst>
        <pc:spChg chg="mod">
          <ac:chgData name="Robert Carucci" userId="5be546eb-4763-4194-b93d-35346ec02cb5" providerId="ADAL" clId="{2710698E-F240-430E-B493-8FEDAFA32661}" dt="2025-02-18T17:22:16.321" v="306" actId="6549"/>
          <ac:spMkLst>
            <pc:docMk/>
            <pc:sldMk cId="1185383279" sldId="286"/>
            <ac:spMk id="12" creationId="{A1D3FF56-6392-6251-8497-FA486AFB8D3E}"/>
          </ac:spMkLst>
        </pc:spChg>
        <pc:picChg chg="mod">
          <ac:chgData name="Robert Carucci" userId="5be546eb-4763-4194-b93d-35346ec02cb5" providerId="ADAL" clId="{2710698E-F240-430E-B493-8FEDAFA32661}" dt="2025-02-18T18:42:44.552" v="348" actId="14826"/>
          <ac:picMkLst>
            <pc:docMk/>
            <pc:sldMk cId="1185383279" sldId="286"/>
            <ac:picMk id="4" creationId="{FD80DEB4-F25F-AF9C-0F57-D17F9F834AC4}"/>
          </ac:picMkLst>
        </pc:picChg>
        <pc:picChg chg="mod">
          <ac:chgData name="Robert Carucci" userId="5be546eb-4763-4194-b93d-35346ec02cb5" providerId="ADAL" clId="{2710698E-F240-430E-B493-8FEDAFA32661}" dt="2025-02-18T17:16:04.865" v="232" actId="555"/>
          <ac:picMkLst>
            <pc:docMk/>
            <pc:sldMk cId="1185383279" sldId="286"/>
            <ac:picMk id="5" creationId="{5760A518-09E4-EAEC-18C1-AB67BF10E1CC}"/>
          </ac:picMkLst>
        </pc:picChg>
        <pc:picChg chg="mod">
          <ac:chgData name="Robert Carucci" userId="5be546eb-4763-4194-b93d-35346ec02cb5" providerId="ADAL" clId="{2710698E-F240-430E-B493-8FEDAFA32661}" dt="2025-02-18T17:16:04.865" v="232" actId="555"/>
          <ac:picMkLst>
            <pc:docMk/>
            <pc:sldMk cId="1185383279" sldId="286"/>
            <ac:picMk id="7" creationId="{19AA1D51-A579-BFB6-278F-78BD50358C97}"/>
          </ac:picMkLst>
        </pc:picChg>
        <pc:picChg chg="mod">
          <ac:chgData name="Robert Carucci" userId="5be546eb-4763-4194-b93d-35346ec02cb5" providerId="ADAL" clId="{2710698E-F240-430E-B493-8FEDAFA32661}" dt="2025-02-18T17:16:04.865" v="232" actId="555"/>
          <ac:picMkLst>
            <pc:docMk/>
            <pc:sldMk cId="1185383279" sldId="286"/>
            <ac:picMk id="9" creationId="{79E4D7B3-FAF1-E10B-2640-789F0A7F542C}"/>
          </ac:picMkLst>
        </pc:picChg>
        <pc:picChg chg="add del mod">
          <ac:chgData name="Robert Carucci" userId="5be546eb-4763-4194-b93d-35346ec02cb5" providerId="ADAL" clId="{2710698E-F240-430E-B493-8FEDAFA32661}" dt="2025-02-18T18:42:40.535" v="347" actId="21"/>
          <ac:picMkLst>
            <pc:docMk/>
            <pc:sldMk cId="1185383279" sldId="286"/>
            <ac:picMk id="16" creationId="{7FFE3C3D-A7DE-5FE9-F6D4-3BE887DA7842}"/>
          </ac:picMkLst>
        </pc:picChg>
      </pc:sldChg>
      <pc:sldChg chg="addSp delSp modSp mod">
        <pc:chgData name="Robert Carucci" userId="5be546eb-4763-4194-b93d-35346ec02cb5" providerId="ADAL" clId="{2710698E-F240-430E-B493-8FEDAFA32661}" dt="2025-02-18T18:31:02.540" v="343" actId="404"/>
        <pc:sldMkLst>
          <pc:docMk/>
          <pc:sldMk cId="3242726822" sldId="287"/>
        </pc:sldMkLst>
        <pc:spChg chg="mod">
          <ac:chgData name="Robert Carucci" userId="5be546eb-4763-4194-b93d-35346ec02cb5" providerId="ADAL" clId="{2710698E-F240-430E-B493-8FEDAFA32661}" dt="2025-02-18T16:58:06.556" v="178" actId="6549"/>
          <ac:spMkLst>
            <pc:docMk/>
            <pc:sldMk cId="3242726822" sldId="287"/>
            <ac:spMk id="19" creationId="{98218580-2A6A-4252-4426-D972E0E8489B}"/>
          </ac:spMkLst>
        </pc:spChg>
        <pc:graphicFrameChg chg="add mod">
          <ac:chgData name="Robert Carucci" userId="5be546eb-4763-4194-b93d-35346ec02cb5" providerId="ADAL" clId="{2710698E-F240-430E-B493-8FEDAFA32661}" dt="2025-02-18T18:31:02.540" v="343" actId="404"/>
          <ac:graphicFrameMkLst>
            <pc:docMk/>
            <pc:sldMk cId="3242726822" sldId="287"/>
            <ac:graphicFrameMk id="9" creationId="{C89D29A8-EEEA-48DE-87A1-EE328B1354EF}"/>
          </ac:graphicFrameMkLst>
        </pc:graphicFrameChg>
        <pc:picChg chg="add mod">
          <ac:chgData name="Robert Carucci" userId="5be546eb-4763-4194-b93d-35346ec02cb5" providerId="ADAL" clId="{2710698E-F240-430E-B493-8FEDAFA32661}" dt="2025-02-18T18:29:21.251" v="328" actId="14100"/>
          <ac:picMkLst>
            <pc:docMk/>
            <pc:sldMk cId="3242726822" sldId="287"/>
            <ac:picMk id="4" creationId="{A3EC61A6-AC8A-B7AA-3C50-F496036910EB}"/>
          </ac:picMkLst>
        </pc:picChg>
        <pc:picChg chg="add del mod">
          <ac:chgData name="Robert Carucci" userId="5be546eb-4763-4194-b93d-35346ec02cb5" providerId="ADAL" clId="{2710698E-F240-430E-B493-8FEDAFA32661}" dt="2025-02-18T18:25:15.755" v="321" actId="21"/>
          <ac:picMkLst>
            <pc:docMk/>
            <pc:sldMk cId="3242726822" sldId="287"/>
            <ac:picMk id="7" creationId="{BB26FA77-51B8-A390-0501-614EEDF0530D}"/>
          </ac:picMkLst>
        </pc:picChg>
        <pc:picChg chg="mod">
          <ac:chgData name="Robert Carucci" userId="5be546eb-4763-4194-b93d-35346ec02cb5" providerId="ADAL" clId="{2710698E-F240-430E-B493-8FEDAFA32661}" dt="2025-02-18T18:25:20.145" v="322" actId="14826"/>
          <ac:picMkLst>
            <pc:docMk/>
            <pc:sldMk cId="3242726822" sldId="287"/>
            <ac:picMk id="21" creationId="{D0B87FD0-FEDE-9602-1A19-8B15B5C62FD4}"/>
          </ac:picMkLst>
        </pc:picChg>
        <pc:picChg chg="mod">
          <ac:chgData name="Robert Carucci" userId="5be546eb-4763-4194-b93d-35346ec02cb5" providerId="ADAL" clId="{2710698E-F240-430E-B493-8FEDAFA32661}" dt="2025-02-18T18:29:10.979" v="326" actId="14100"/>
          <ac:picMkLst>
            <pc:docMk/>
            <pc:sldMk cId="3242726822" sldId="287"/>
            <ac:picMk id="25" creationId="{48AB9423-7A3F-AD1F-C65F-066B1B762A5C}"/>
          </ac:picMkLst>
        </pc:picChg>
      </pc:sldChg>
      <pc:sldChg chg="addSp delSp modSp mod">
        <pc:chgData name="Robert Carucci" userId="5be546eb-4763-4194-b93d-35346ec02cb5" providerId="ADAL" clId="{2710698E-F240-430E-B493-8FEDAFA32661}" dt="2025-02-18T18:51:23.043" v="358" actId="14826"/>
        <pc:sldMkLst>
          <pc:docMk/>
          <pc:sldMk cId="477563929" sldId="288"/>
        </pc:sldMkLst>
        <pc:picChg chg="add del mod">
          <ac:chgData name="Robert Carucci" userId="5be546eb-4763-4194-b93d-35346ec02cb5" providerId="ADAL" clId="{2710698E-F240-430E-B493-8FEDAFA32661}" dt="2025-02-18T18:51:18.172" v="357" actId="21"/>
          <ac:picMkLst>
            <pc:docMk/>
            <pc:sldMk cId="477563929" sldId="288"/>
            <ac:picMk id="5" creationId="{3064B49E-BE21-EDE7-817A-D7B53FDB3269}"/>
          </ac:picMkLst>
        </pc:picChg>
        <pc:picChg chg="mod">
          <ac:chgData name="Robert Carucci" userId="5be546eb-4763-4194-b93d-35346ec02cb5" providerId="ADAL" clId="{2710698E-F240-430E-B493-8FEDAFA32661}" dt="2025-02-18T18:51:23.043" v="358" actId="14826"/>
          <ac:picMkLst>
            <pc:docMk/>
            <pc:sldMk cId="477563929" sldId="288"/>
            <ac:picMk id="12" creationId="{70FB4CF8-1731-6A1B-7D93-8737D312F852}"/>
          </ac:picMkLst>
        </pc:picChg>
        <pc:picChg chg="mod">
          <ac:chgData name="Robert Carucci" userId="5be546eb-4763-4194-b93d-35346ec02cb5" providerId="ADAL" clId="{2710698E-F240-430E-B493-8FEDAFA32661}" dt="2025-02-18T17:29:44.060" v="312" actId="14100"/>
          <ac:picMkLst>
            <pc:docMk/>
            <pc:sldMk cId="477563929" sldId="288"/>
            <ac:picMk id="25" creationId="{50418FDB-57B1-2ACC-FDB0-A003CAAE8581}"/>
          </ac:picMkLst>
        </pc:picChg>
      </pc:sldChg>
      <pc:sldChg chg="addSp delSp modSp mod">
        <pc:chgData name="Robert Carucci" userId="5be546eb-4763-4194-b93d-35346ec02cb5" providerId="ADAL" clId="{2710698E-F240-430E-B493-8FEDAFA32661}" dt="2025-02-18T18:48:16.237" v="353" actId="14826"/>
        <pc:sldMkLst>
          <pc:docMk/>
          <pc:sldMk cId="3092951088" sldId="289"/>
        </pc:sldMkLst>
        <pc:spChg chg="mod">
          <ac:chgData name="Robert Carucci" userId="5be546eb-4763-4194-b93d-35346ec02cb5" providerId="ADAL" clId="{2710698E-F240-430E-B493-8FEDAFA32661}" dt="2025-02-18T17:27:35.007" v="309" actId="14100"/>
          <ac:spMkLst>
            <pc:docMk/>
            <pc:sldMk cId="3092951088" sldId="289"/>
            <ac:spMk id="5" creationId="{86E5863E-F0C7-E008-5D77-2FB5C7C3255A}"/>
          </ac:spMkLst>
        </pc:spChg>
        <pc:picChg chg="mod">
          <ac:chgData name="Robert Carucci" userId="5be546eb-4763-4194-b93d-35346ec02cb5" providerId="ADAL" clId="{2710698E-F240-430E-B493-8FEDAFA32661}" dt="2025-02-18T17:27:26.234" v="307" actId="14826"/>
          <ac:picMkLst>
            <pc:docMk/>
            <pc:sldMk cId="3092951088" sldId="289"/>
            <ac:picMk id="4" creationId="{70E47E49-C28D-7909-DDED-CDAEA20AA174}"/>
          </ac:picMkLst>
        </pc:picChg>
        <pc:picChg chg="mod">
          <ac:chgData name="Robert Carucci" userId="5be546eb-4763-4194-b93d-35346ec02cb5" providerId="ADAL" clId="{2710698E-F240-430E-B493-8FEDAFA32661}" dt="2025-02-18T17:27:44.802" v="310" actId="14826"/>
          <ac:picMkLst>
            <pc:docMk/>
            <pc:sldMk cId="3092951088" sldId="289"/>
            <ac:picMk id="7" creationId="{0A942A7D-B438-B500-2C91-9EE7EA0AD38B}"/>
          </ac:picMkLst>
        </pc:picChg>
        <pc:picChg chg="mod">
          <ac:chgData name="Robert Carucci" userId="5be546eb-4763-4194-b93d-35346ec02cb5" providerId="ADAL" clId="{2710698E-F240-430E-B493-8FEDAFA32661}" dt="2025-02-18T18:48:16.237" v="353" actId="14826"/>
          <ac:picMkLst>
            <pc:docMk/>
            <pc:sldMk cId="3092951088" sldId="289"/>
            <ac:picMk id="10" creationId="{535F5F85-C538-D984-3D10-CF520A9B4407}"/>
          </ac:picMkLst>
        </pc:picChg>
        <pc:picChg chg="add del mod">
          <ac:chgData name="Robert Carucci" userId="5be546eb-4763-4194-b93d-35346ec02cb5" providerId="ADAL" clId="{2710698E-F240-430E-B493-8FEDAFA32661}" dt="2025-02-18T18:48:11.562" v="352" actId="21"/>
          <ac:picMkLst>
            <pc:docMk/>
            <pc:sldMk cId="3092951088" sldId="289"/>
            <ac:picMk id="12" creationId="{A6DB1827-7906-B480-E785-9BB008E09BE4}"/>
          </ac:picMkLst>
        </pc:picChg>
      </pc:sldChg>
      <pc:sldChg chg="addSp delSp modSp mod">
        <pc:chgData name="Robert Carucci" userId="5be546eb-4763-4194-b93d-35346ec02cb5" providerId="ADAL" clId="{2710698E-F240-430E-B493-8FEDAFA32661}" dt="2025-02-18T18:18:13.944" v="317" actId="14826"/>
        <pc:sldMkLst>
          <pc:docMk/>
          <pc:sldMk cId="2494822564" sldId="290"/>
        </pc:sldMkLst>
        <pc:spChg chg="mod">
          <ac:chgData name="Robert Carucci" userId="5be546eb-4763-4194-b93d-35346ec02cb5" providerId="ADAL" clId="{2710698E-F240-430E-B493-8FEDAFA32661}" dt="2025-02-18T16:53:21.609" v="152" actId="113"/>
          <ac:spMkLst>
            <pc:docMk/>
            <pc:sldMk cId="2494822564" sldId="290"/>
            <ac:spMk id="7" creationId="{6FDE9CDE-11DD-0B3C-8712-37935114FF7F}"/>
          </ac:spMkLst>
        </pc:spChg>
        <pc:picChg chg="mod">
          <ac:chgData name="Robert Carucci" userId="5be546eb-4763-4194-b93d-35346ec02cb5" providerId="ADAL" clId="{2710698E-F240-430E-B493-8FEDAFA32661}" dt="2025-02-18T16:20:45.080" v="5" actId="12789"/>
          <ac:picMkLst>
            <pc:docMk/>
            <pc:sldMk cId="2494822564" sldId="290"/>
            <ac:picMk id="4" creationId="{A7689BE0-9F7B-E1D4-51B8-5053670AB9B9}"/>
          </ac:picMkLst>
        </pc:picChg>
        <pc:picChg chg="mod">
          <ac:chgData name="Robert Carucci" userId="5be546eb-4763-4194-b93d-35346ec02cb5" providerId="ADAL" clId="{2710698E-F240-430E-B493-8FEDAFA32661}" dt="2025-02-18T16:20:45.080" v="5" actId="12789"/>
          <ac:picMkLst>
            <pc:docMk/>
            <pc:sldMk cId="2494822564" sldId="290"/>
            <ac:picMk id="5" creationId="{6C6BDE54-26C7-C607-0A00-B65A2A9B9D07}"/>
          </ac:picMkLst>
        </pc:picChg>
        <pc:picChg chg="mod">
          <ac:chgData name="Robert Carucci" userId="5be546eb-4763-4194-b93d-35346ec02cb5" providerId="ADAL" clId="{2710698E-F240-430E-B493-8FEDAFA32661}" dt="2025-02-18T16:20:45.080" v="5" actId="12789"/>
          <ac:picMkLst>
            <pc:docMk/>
            <pc:sldMk cId="2494822564" sldId="290"/>
            <ac:picMk id="10" creationId="{52C0B372-AEA7-2DB3-5EB9-DFADAA40EC43}"/>
          </ac:picMkLst>
        </pc:picChg>
        <pc:picChg chg="add del mod">
          <ac:chgData name="Robert Carucci" userId="5be546eb-4763-4194-b93d-35346ec02cb5" providerId="ADAL" clId="{2710698E-F240-430E-B493-8FEDAFA32661}" dt="2025-02-18T18:18:08.831" v="316" actId="21"/>
          <ac:picMkLst>
            <pc:docMk/>
            <pc:sldMk cId="2494822564" sldId="290"/>
            <ac:picMk id="12" creationId="{2D76A0D5-EE63-841A-4F04-7B81F47F3A44}"/>
          </ac:picMkLst>
        </pc:picChg>
        <pc:picChg chg="mod">
          <ac:chgData name="Robert Carucci" userId="5be546eb-4763-4194-b93d-35346ec02cb5" providerId="ADAL" clId="{2710698E-F240-430E-B493-8FEDAFA32661}" dt="2025-02-18T18:18:13.944" v="317" actId="14826"/>
          <ac:picMkLst>
            <pc:docMk/>
            <pc:sldMk cId="2494822564" sldId="290"/>
            <ac:picMk id="16" creationId="{49AE32CB-754D-5033-1352-3B899A22C0B7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[RMS_Master_Place_Based.xlsm]MV_BPT!PivotTable7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>
                <a:latin typeface="Aptos Narrow" panose="020B0004020202020204" pitchFamily="34" charset="0"/>
              </a:rPr>
              <a:t>7-DAY</a:t>
            </a:r>
          </a:p>
        </c:rich>
      </c:tx>
      <c:layout>
        <c:manualLayout>
          <c:xMode val="edge"/>
          <c:yMode val="edge"/>
          <c:x val="0.45241002626136423"/>
          <c:y val="1.148187626515359E-2"/>
        </c:manualLayout>
      </c:layout>
      <c:overlay val="0"/>
      <c:spPr>
        <a:noFill/>
        <a:ln w="12700">
          <a:noFill/>
        </a:ln>
        <a:effectLst/>
      </c:spPr>
    </c:title>
    <c:autoTitleDeleted val="0"/>
    <c:pivotFmts>
      <c:pivotFmt>
        <c:idx val="0"/>
        <c:spPr>
          <a:solidFill>
            <a:srgbClr val="B195D7"/>
          </a:solidFill>
          <a:ln w="15875">
            <a:solidFill>
              <a:srgbClr val="7030A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B195D7"/>
          </a:solidFill>
          <a:ln w="15875">
            <a:solidFill>
              <a:srgbClr val="7030A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B195D7"/>
          </a:solidFill>
          <a:ln w="15875">
            <a:solidFill>
              <a:srgbClr val="7030A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B195D7"/>
          </a:solidFill>
          <a:ln w="15875">
            <a:solidFill>
              <a:srgbClr val="7030A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B195D7"/>
          </a:solidFill>
          <a:ln w="15875">
            <a:solidFill>
              <a:srgbClr val="7030A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B195D7"/>
          </a:solidFill>
          <a:ln w="15875">
            <a:solidFill>
              <a:srgbClr val="7030A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B195D7"/>
          </a:solidFill>
          <a:ln w="15875">
            <a:solidFill>
              <a:srgbClr val="7030A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B195D7"/>
          </a:solidFill>
          <a:ln w="15875">
            <a:solidFill>
              <a:srgbClr val="7030A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B195D7"/>
          </a:solidFill>
          <a:ln w="15875">
            <a:solidFill>
              <a:srgbClr val="7030A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FEB391"/>
          </a:solidFill>
          <a:ln w="19050">
            <a:solidFill>
              <a:srgbClr val="CE58C6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FEB391"/>
          </a:solidFill>
          <a:ln w="19050">
            <a:solidFill>
              <a:srgbClr val="CE58C6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FEB391"/>
          </a:solidFill>
          <a:ln w="19050">
            <a:solidFill>
              <a:srgbClr val="CE58C6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FF4343"/>
          </a:solidFill>
          <a:ln w="19050">
            <a:solidFill>
              <a:srgbClr val="C0000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FF4343"/>
          </a:solidFill>
          <a:ln w="19050">
            <a:solidFill>
              <a:srgbClr val="C0000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FF4343"/>
          </a:solidFill>
          <a:ln w="19050">
            <a:solidFill>
              <a:srgbClr val="C0000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FF4343"/>
          </a:solidFill>
          <a:ln w="19050">
            <a:solidFill>
              <a:srgbClr val="C0000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rgbClr val="FF4343"/>
          </a:solidFill>
          <a:ln w="19050">
            <a:solidFill>
              <a:srgbClr val="C0000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FF4343"/>
          </a:solidFill>
          <a:ln w="19050">
            <a:solidFill>
              <a:srgbClr val="C0000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rgbClr val="FF4343"/>
          </a:solidFill>
          <a:ln w="19050">
            <a:solidFill>
              <a:srgbClr val="C0000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rgbClr val="FF4343"/>
          </a:solidFill>
          <a:ln w="19050">
            <a:solidFill>
              <a:srgbClr val="C0000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rgbClr val="FF4343"/>
          </a:solidFill>
          <a:ln w="19050">
            <a:solidFill>
              <a:srgbClr val="C0000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rgbClr val="FF4343"/>
          </a:solidFill>
          <a:ln w="19050">
            <a:solidFill>
              <a:srgbClr val="C0000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rgbClr val="FF4343"/>
          </a:solidFill>
          <a:ln w="19050">
            <a:solidFill>
              <a:srgbClr val="C0000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rgbClr val="FF4343"/>
          </a:solidFill>
          <a:ln w="19050">
            <a:solidFill>
              <a:srgbClr val="C0000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MV_BPT!$E$4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4343"/>
            </a:solidFill>
            <a:ln w="19050">
              <a:solidFill>
                <a:srgbClr val="C0000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Aptos Narrow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MV_BPT!$D$5:$D$7</c:f>
              <c:multiLvlStrCache>
                <c:ptCount val="1"/>
                <c:lvl>
                  <c:pt idx="0">
                    <c:v>16:00</c:v>
                  </c:pt>
                </c:lvl>
                <c:lvl>
                  <c:pt idx="0">
                    <c:v>Thursday</c:v>
                  </c:pt>
                </c:lvl>
              </c:multiLvlStrCache>
            </c:multiLvlStrRef>
          </c:cat>
          <c:val>
            <c:numRef>
              <c:f>MV_BPT!$E$5:$E$7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40-48E9-8E3E-30A7125176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88"/>
        <c:overlap val="3"/>
        <c:axId val="403686479"/>
        <c:axId val="489988959"/>
      </c:barChart>
      <c:catAx>
        <c:axId val="403686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bg2">
                <a:lumMod val="75000"/>
                <a:alpha val="91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 Narrow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489988959"/>
        <c:crosses val="autoZero"/>
        <c:auto val="1"/>
        <c:lblAlgn val="ctr"/>
        <c:lblOffset val="100"/>
        <c:noMultiLvlLbl val="0"/>
      </c:catAx>
      <c:valAx>
        <c:axId val="48998895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03686479"/>
        <c:crosses val="autoZero"/>
        <c:crossBetween val="between"/>
      </c:valAx>
      <c:spPr>
        <a:noFill/>
        <a:ln>
          <a:noFill/>
        </a:ln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ptos Narrow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extLst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243" y="1242134"/>
            <a:ext cx="9092089" cy="2642388"/>
          </a:xfrm>
        </p:spPr>
        <p:txBody>
          <a:bodyPr anchor="b"/>
          <a:lstStyle>
            <a:lvl1pPr algn="ctr"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7072" y="3986423"/>
            <a:ext cx="8022431" cy="1832453"/>
          </a:xfrm>
        </p:spPr>
        <p:txBody>
          <a:bodyPr/>
          <a:lstStyle>
            <a:lvl1pPr marL="0" indent="0" algn="ctr">
              <a:buNone/>
              <a:defRPr sz="2656"/>
            </a:lvl1pPr>
            <a:lvl2pPr marL="505983" indent="0" algn="ctr">
              <a:buNone/>
              <a:defRPr sz="2213"/>
            </a:lvl2pPr>
            <a:lvl3pPr marL="1011966" indent="0" algn="ctr">
              <a:buNone/>
              <a:defRPr sz="1992"/>
            </a:lvl3pPr>
            <a:lvl4pPr marL="1517950" indent="0" algn="ctr">
              <a:buNone/>
              <a:defRPr sz="1771"/>
            </a:lvl4pPr>
            <a:lvl5pPr marL="2023933" indent="0" algn="ctr">
              <a:buNone/>
              <a:defRPr sz="1771"/>
            </a:lvl5pPr>
            <a:lvl6pPr marL="2529916" indent="0" algn="ctr">
              <a:buNone/>
              <a:defRPr sz="1771"/>
            </a:lvl6pPr>
            <a:lvl7pPr marL="3035899" indent="0" algn="ctr">
              <a:buNone/>
              <a:defRPr sz="1771"/>
            </a:lvl7pPr>
            <a:lvl8pPr marL="3541883" indent="0" algn="ctr">
              <a:buNone/>
              <a:defRPr sz="1771"/>
            </a:lvl8pPr>
            <a:lvl9pPr marL="4047866" indent="0" algn="ctr">
              <a:buNone/>
              <a:defRPr sz="177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5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20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819" y="1892191"/>
            <a:ext cx="9225796" cy="3157161"/>
          </a:xfrm>
        </p:spPr>
        <p:txBody>
          <a:bodyPr anchor="b"/>
          <a:lstStyle>
            <a:lvl1pPr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819" y="5079220"/>
            <a:ext cx="9225796" cy="1660277"/>
          </a:xfrm>
        </p:spPr>
        <p:txBody>
          <a:bodyPr/>
          <a:lstStyle>
            <a:lvl1pPr marL="0" indent="0">
              <a:buNone/>
              <a:defRPr sz="2656">
                <a:solidFill>
                  <a:schemeClr val="tx1">
                    <a:tint val="82000"/>
                  </a:schemeClr>
                </a:solidFill>
              </a:defRPr>
            </a:lvl1pPr>
            <a:lvl2pPr marL="505983" indent="0">
              <a:buNone/>
              <a:defRPr sz="2213">
                <a:solidFill>
                  <a:schemeClr val="tx1">
                    <a:tint val="82000"/>
                  </a:schemeClr>
                </a:solidFill>
              </a:defRPr>
            </a:lvl2pPr>
            <a:lvl3pPr marL="1011966" indent="0">
              <a:buNone/>
              <a:defRPr sz="1992">
                <a:solidFill>
                  <a:schemeClr val="tx1">
                    <a:tint val="82000"/>
                  </a:schemeClr>
                </a:solidFill>
              </a:defRPr>
            </a:lvl3pPr>
            <a:lvl4pPr marL="1517950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4pPr>
            <a:lvl5pPr marL="202393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5pPr>
            <a:lvl6pPr marL="252991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6pPr>
            <a:lvl7pPr marL="3035899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7pPr>
            <a:lvl8pPr marL="354188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8pPr>
            <a:lvl9pPr marL="404786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5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390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5141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4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404090"/>
            <a:ext cx="9225796" cy="14670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784" y="1860565"/>
            <a:ext cx="4525152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784" y="2772399"/>
            <a:ext cx="4525152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5141" y="1860565"/>
            <a:ext cx="4547438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5141" y="2772399"/>
            <a:ext cx="4547438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31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81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5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7438" y="1092798"/>
            <a:ext cx="5415141" cy="5393704"/>
          </a:xfrm>
        </p:spPr>
        <p:txBody>
          <a:bodyPr/>
          <a:lstStyle>
            <a:lvl1pPr>
              <a:defRPr sz="3541"/>
            </a:lvl1pPr>
            <a:lvl2pPr>
              <a:defRPr sz="3099"/>
            </a:lvl2pPr>
            <a:lvl3pPr>
              <a:defRPr sz="2656"/>
            </a:lvl3pPr>
            <a:lvl4pPr>
              <a:defRPr sz="2213"/>
            </a:lvl4pPr>
            <a:lvl5pPr>
              <a:defRPr sz="2213"/>
            </a:lvl5pPr>
            <a:lvl6pPr>
              <a:defRPr sz="2213"/>
            </a:lvl6pPr>
            <a:lvl7pPr>
              <a:defRPr sz="2213"/>
            </a:lvl7pPr>
            <a:lvl8pPr>
              <a:defRPr sz="2213"/>
            </a:lvl8pPr>
            <a:lvl9pPr>
              <a:defRPr sz="22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42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7438" y="1092798"/>
            <a:ext cx="5415141" cy="5393704"/>
          </a:xfrm>
        </p:spPr>
        <p:txBody>
          <a:bodyPr anchor="t"/>
          <a:lstStyle>
            <a:lvl1pPr marL="0" indent="0">
              <a:buNone/>
              <a:defRPr sz="3541"/>
            </a:lvl1pPr>
            <a:lvl2pPr marL="505983" indent="0">
              <a:buNone/>
              <a:defRPr sz="3099"/>
            </a:lvl2pPr>
            <a:lvl3pPr marL="1011966" indent="0">
              <a:buNone/>
              <a:defRPr sz="2656"/>
            </a:lvl3pPr>
            <a:lvl4pPr marL="1517950" indent="0">
              <a:buNone/>
              <a:defRPr sz="2213"/>
            </a:lvl4pPr>
            <a:lvl5pPr marL="2023933" indent="0">
              <a:buNone/>
              <a:defRPr sz="2213"/>
            </a:lvl5pPr>
            <a:lvl6pPr marL="2529916" indent="0">
              <a:buNone/>
              <a:defRPr sz="2213"/>
            </a:lvl6pPr>
            <a:lvl7pPr marL="3035899" indent="0">
              <a:buNone/>
              <a:defRPr sz="2213"/>
            </a:lvl7pPr>
            <a:lvl8pPr marL="3541883" indent="0">
              <a:buNone/>
              <a:defRPr sz="2213"/>
            </a:lvl8pPr>
            <a:lvl9pPr marL="4047866" indent="0">
              <a:buNone/>
              <a:defRPr sz="22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1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22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4737" y="404089"/>
            <a:ext cx="2306449" cy="6432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390" y="404089"/>
            <a:ext cx="6785640" cy="6432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7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390" y="404090"/>
            <a:ext cx="9225796" cy="1467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390" y="2020443"/>
            <a:ext cx="9225796" cy="48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2A3C1-395D-48C2-A2EA-C25AE9301880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6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11966" rtl="0" eaLnBrk="1" latinLnBrk="0" hangingPunct="1">
        <a:lnSpc>
          <a:spcPct val="90000"/>
        </a:lnSpc>
        <a:spcBef>
          <a:spcPct val="0"/>
        </a:spcBef>
        <a:buNone/>
        <a:defRPr sz="48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992" indent="-252992" algn="l" defTabSz="1011966" rtl="0" eaLnBrk="1" latinLnBrk="0" hangingPunct="1">
        <a:lnSpc>
          <a:spcPct val="90000"/>
        </a:lnSpc>
        <a:spcBef>
          <a:spcPts val="1107"/>
        </a:spcBef>
        <a:buFont typeface="Arial" panose="020B0604020202020204" pitchFamily="34" charset="0"/>
        <a:buChar char="•"/>
        <a:defRPr sz="3099" kern="1200">
          <a:solidFill>
            <a:schemeClr val="tx1"/>
          </a:solidFill>
          <a:latin typeface="+mn-lt"/>
          <a:ea typeface="+mn-ea"/>
          <a:cs typeface="+mn-cs"/>
        </a:defRPr>
      </a:lvl1pPr>
      <a:lvl2pPr marL="75897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656" kern="1200">
          <a:solidFill>
            <a:schemeClr val="tx1"/>
          </a:solidFill>
          <a:latin typeface="+mn-lt"/>
          <a:ea typeface="+mn-ea"/>
          <a:cs typeface="+mn-cs"/>
        </a:defRPr>
      </a:lvl2pPr>
      <a:lvl3pPr marL="12649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213" kern="1200">
          <a:solidFill>
            <a:schemeClr val="tx1"/>
          </a:solidFill>
          <a:latin typeface="+mn-lt"/>
          <a:ea typeface="+mn-ea"/>
          <a:cs typeface="+mn-cs"/>
        </a:defRPr>
      </a:lvl3pPr>
      <a:lvl4pPr marL="177094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27692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78290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28889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794874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3008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1pPr>
      <a:lvl2pPr marL="5059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2pPr>
      <a:lvl3pPr marL="10119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3pPr>
      <a:lvl4pPr marL="151795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02393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52991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035899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5418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0478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9.jpeg"/><Relationship Id="rId7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9" Type="http://schemas.openxmlformats.org/officeDocument/2006/relationships/image" Target="../media/image2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jpeg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364EE-2FC0-6A19-E9A9-AC8551F08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CDB7A49-3C25-838B-9107-11D082B65D92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6B7F3-2145-C6B3-DF80-3E076D6BB1EB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6501FC-7592-F9E5-9F6D-E6F2D4D26110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73C10D28-A047-267D-7384-D247A89B9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F82571-9D52-1DC6-F7F0-7540D01EE1F7}"/>
              </a:ext>
            </a:extLst>
          </p:cNvPr>
          <p:cNvCxnSpPr>
            <a:cxnSpLocks/>
          </p:cNvCxnSpPr>
          <p:nvPr/>
        </p:nvCxnSpPr>
        <p:spPr>
          <a:xfrm>
            <a:off x="5238016" y="1333386"/>
            <a:ext cx="52169" cy="345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BE1B77-A6DA-A5FB-91D3-2FD61BA43DAC}"/>
              </a:ext>
            </a:extLst>
          </p:cNvPr>
          <p:cNvCxnSpPr>
            <a:cxnSpLocks/>
          </p:cNvCxnSpPr>
          <p:nvPr/>
        </p:nvCxnSpPr>
        <p:spPr>
          <a:xfrm flipH="1">
            <a:off x="326571" y="4787705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5755EC4-A96C-ACEA-F23F-A193E0A3056F}"/>
              </a:ext>
            </a:extLst>
          </p:cNvPr>
          <p:cNvSpPr txBox="1"/>
          <p:nvPr/>
        </p:nvSpPr>
        <p:spPr>
          <a:xfrm>
            <a:off x="363542" y="2699449"/>
            <a:ext cx="39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BD0CE6-B2E8-874F-416D-1FEC87D1811E}"/>
              </a:ext>
            </a:extLst>
          </p:cNvPr>
          <p:cNvSpPr txBox="1"/>
          <p:nvPr/>
        </p:nvSpPr>
        <p:spPr>
          <a:xfrm>
            <a:off x="4624346" y="926602"/>
            <a:ext cx="5915646" cy="404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Spatial</a:t>
            </a:r>
            <a:r>
              <a:rPr lang="en-US" b="1" dirty="0"/>
              <a:t> </a:t>
            </a:r>
            <a:r>
              <a:rPr lang="en-US" sz="1800" b="1" u="sng" dirty="0">
                <a:latin typeface="Aptos ExtraBold" panose="020B0004020202020204" pitchFamily="34" charset="0"/>
              </a:rPr>
              <a:t>Assessment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018133-3213-7B4C-0014-5674C05D2A5E}"/>
              </a:ext>
            </a:extLst>
          </p:cNvPr>
          <p:cNvSpPr txBox="1"/>
          <p:nvPr/>
        </p:nvSpPr>
        <p:spPr>
          <a:xfrm>
            <a:off x="326571" y="924578"/>
            <a:ext cx="3975315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Crime</a:t>
            </a:r>
            <a:r>
              <a:rPr lang="en-US" sz="2000" b="1" u="sng" dirty="0">
                <a:latin typeface="Aptos ExtraBold" panose="020B0004020202020204" pitchFamily="34" charset="0"/>
              </a:rPr>
              <a:t>/</a:t>
            </a:r>
            <a:r>
              <a:rPr lang="en-US" sz="1800" b="1" u="sng" dirty="0">
                <a:latin typeface="Aptos ExtraBold" panose="020B0004020202020204" pitchFamily="34" charset="0"/>
              </a:rPr>
              <a:t>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B3EE9F-3DFE-115C-A301-71BFC59EB4A6}"/>
              </a:ext>
            </a:extLst>
          </p:cNvPr>
          <p:cNvSpPr txBox="1"/>
          <p:nvPr/>
        </p:nvSpPr>
        <p:spPr>
          <a:xfrm>
            <a:off x="363542" y="1410553"/>
            <a:ext cx="3814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Residential and Commercial Burglaries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689BE0-9F7B-E1D4-51B8-5053670AB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995325" y="5323313"/>
            <a:ext cx="3363965" cy="18395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6BDE54-26C7-C607-0A00-B65A2A9B9D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300996" y="5317454"/>
            <a:ext cx="3363965" cy="18512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C0B372-AEA7-2DB3-5EB9-DFADAA40EC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41557" y="5344236"/>
            <a:ext cx="3287441" cy="17976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DE9CDE-11DD-0B3C-8712-37935114FF7F}"/>
              </a:ext>
            </a:extLst>
          </p:cNvPr>
          <p:cNvSpPr txBox="1"/>
          <p:nvPr/>
        </p:nvSpPr>
        <p:spPr>
          <a:xfrm>
            <a:off x="480060" y="3068781"/>
            <a:ext cx="369787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Burglary - Commercial  Incident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02/17 at 12:00 at 35 Pangborn Place access to the basement was gained by unknown means (no fore entry was observed)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Suspect</a:t>
            </a:r>
            <a:r>
              <a:rPr lang="en-US" sz="1200" dirty="0"/>
              <a:t>: Unknown.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AE32CB-754D-5033-1352-3B899A22C0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66132" y="1527285"/>
            <a:ext cx="4213913" cy="325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822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614F3-4676-70F6-49CD-AB44ADB16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3DCE0CE-50FD-F67A-AB1B-2EB072206E35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AFCFB2C-8C40-1A13-39E4-40D3F2797BB3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24B148-327A-F734-5047-BDCCF9DFDC41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2897858-D654-17A8-5A50-94E426C2E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E260A50-7860-AC5B-F3C9-EA300A045CD9}"/>
              </a:ext>
            </a:extLst>
          </p:cNvPr>
          <p:cNvCxnSpPr>
            <a:cxnSpLocks/>
          </p:cNvCxnSpPr>
          <p:nvPr/>
        </p:nvCxnSpPr>
        <p:spPr>
          <a:xfrm>
            <a:off x="5131336" y="1333386"/>
            <a:ext cx="52169" cy="345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B0AF47-4BE3-53C2-FFDE-A8D3DD0820FF}"/>
              </a:ext>
            </a:extLst>
          </p:cNvPr>
          <p:cNvCxnSpPr>
            <a:cxnSpLocks/>
          </p:cNvCxnSpPr>
          <p:nvPr/>
        </p:nvCxnSpPr>
        <p:spPr>
          <a:xfrm flipH="1">
            <a:off x="326571" y="4787705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C18280-889F-F719-F309-76204AA327DD}"/>
              </a:ext>
            </a:extLst>
          </p:cNvPr>
          <p:cNvSpPr txBox="1"/>
          <p:nvPr/>
        </p:nvSpPr>
        <p:spPr>
          <a:xfrm>
            <a:off x="345055" y="2381786"/>
            <a:ext cx="39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7B605C-3103-6086-8D7E-F5321A751EBF}"/>
              </a:ext>
            </a:extLst>
          </p:cNvPr>
          <p:cNvSpPr txBox="1"/>
          <p:nvPr/>
        </p:nvSpPr>
        <p:spPr>
          <a:xfrm>
            <a:off x="4624346" y="924578"/>
            <a:ext cx="5915646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Spatial</a:t>
            </a:r>
            <a:r>
              <a:rPr lang="en-US" b="1" dirty="0"/>
              <a:t> </a:t>
            </a:r>
            <a:r>
              <a:rPr lang="en-US" sz="1800" b="1" u="sng" dirty="0">
                <a:latin typeface="Aptos ExtraBold" panose="020B0004020202020204" pitchFamily="34" charset="0"/>
              </a:rPr>
              <a:t>Assessment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844371-A58D-76FF-8BB7-36FF3F902AA0}"/>
              </a:ext>
            </a:extLst>
          </p:cNvPr>
          <p:cNvSpPr txBox="1"/>
          <p:nvPr/>
        </p:nvSpPr>
        <p:spPr>
          <a:xfrm>
            <a:off x="326571" y="924578"/>
            <a:ext cx="3975315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Crime</a:t>
            </a:r>
            <a:r>
              <a:rPr lang="en-US" sz="2000" b="1" u="sng" dirty="0">
                <a:latin typeface="Aptos ExtraBold" panose="020B0004020202020204" pitchFamily="34" charset="0"/>
              </a:rPr>
              <a:t>/</a:t>
            </a:r>
            <a:r>
              <a:rPr lang="en-US" sz="1800" b="1" u="sng" dirty="0">
                <a:latin typeface="Aptos ExtraBold" panose="020B0004020202020204" pitchFamily="34" charset="0"/>
              </a:rPr>
              <a:t>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70DD7-F6C8-3576-23A6-EAB31FB526E5}"/>
              </a:ext>
            </a:extLst>
          </p:cNvPr>
          <p:cNvSpPr txBox="1"/>
          <p:nvPr/>
        </p:nvSpPr>
        <p:spPr>
          <a:xfrm>
            <a:off x="363542" y="1410553"/>
            <a:ext cx="3814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Motor Vehicle Burglary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0B87FD0-FEDE-9602-1A19-8B15B5C62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1837" y="1336597"/>
            <a:ext cx="4340474" cy="33538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8AB9423-7A3F-AD1F-C65F-066B1B762A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722389" y="5256394"/>
            <a:ext cx="3534946" cy="20303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603DBFE-3BC2-C6F4-5071-C93016B8B321}"/>
              </a:ext>
            </a:extLst>
          </p:cNvPr>
          <p:cNvSpPr txBox="1"/>
          <p:nvPr/>
        </p:nvSpPr>
        <p:spPr>
          <a:xfrm>
            <a:off x="439994" y="2913636"/>
            <a:ext cx="3697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N/A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218580-2A6A-4252-4426-D972E0E8489B}"/>
              </a:ext>
            </a:extLst>
          </p:cNvPr>
          <p:cNvSpPr txBox="1"/>
          <p:nvPr/>
        </p:nvSpPr>
        <p:spPr>
          <a:xfrm>
            <a:off x="144040" y="4830466"/>
            <a:ext cx="2375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Incidents occurred in the previous 7 days.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EC61A6-AC8A-B7AA-3C50-F496036910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556800" y="5618928"/>
            <a:ext cx="2942065" cy="1689801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89D29A8-EEEA-48DE-87A1-EE328B1354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0192467"/>
              </p:ext>
            </p:extLst>
          </p:nvPr>
        </p:nvGraphicFramePr>
        <p:xfrm>
          <a:off x="204643" y="5299156"/>
          <a:ext cx="2944368" cy="2029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242726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BB04-F248-4FAB-FA0C-98EB1305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8B13CCC-7996-AEE2-018C-9324732FBF0E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77E357E-7DFC-1F55-7676-6731770AFC0C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B4911E-DF42-F300-6AB3-E5784AE55F2E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78E3416-C686-FDF0-8A3E-CD856CD99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F1E475-552D-A49B-CD52-9D05258B07D1}"/>
              </a:ext>
            </a:extLst>
          </p:cNvPr>
          <p:cNvCxnSpPr>
            <a:cxnSpLocks/>
          </p:cNvCxnSpPr>
          <p:nvPr/>
        </p:nvCxnSpPr>
        <p:spPr>
          <a:xfrm>
            <a:off x="5494556" y="1333386"/>
            <a:ext cx="52169" cy="345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9F8DE2-A8D5-629F-28CC-BD9F02AA4D95}"/>
              </a:ext>
            </a:extLst>
          </p:cNvPr>
          <p:cNvCxnSpPr>
            <a:cxnSpLocks/>
          </p:cNvCxnSpPr>
          <p:nvPr/>
        </p:nvCxnSpPr>
        <p:spPr>
          <a:xfrm flipH="1">
            <a:off x="326571" y="4787705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E4D2F0-48AC-1E78-A65A-1C25D0D7E5D5}"/>
              </a:ext>
            </a:extLst>
          </p:cNvPr>
          <p:cNvSpPr txBox="1"/>
          <p:nvPr/>
        </p:nvSpPr>
        <p:spPr>
          <a:xfrm>
            <a:off x="363542" y="2493709"/>
            <a:ext cx="39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AE88AE-869C-FA22-49F8-067524BBED0D}"/>
              </a:ext>
            </a:extLst>
          </p:cNvPr>
          <p:cNvSpPr txBox="1"/>
          <p:nvPr/>
        </p:nvSpPr>
        <p:spPr>
          <a:xfrm>
            <a:off x="4624346" y="924578"/>
            <a:ext cx="5915646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Spatial</a:t>
            </a:r>
            <a:r>
              <a:rPr lang="en-US" b="1" dirty="0"/>
              <a:t> </a:t>
            </a:r>
            <a:r>
              <a:rPr lang="en-US" sz="1800" b="1" u="sng" dirty="0">
                <a:latin typeface="Aptos ExtraBold" panose="020B0004020202020204" pitchFamily="34" charset="0"/>
              </a:rPr>
              <a:t>Assessment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372149-D1C9-3123-CF94-1C31661822F8}"/>
              </a:ext>
            </a:extLst>
          </p:cNvPr>
          <p:cNvSpPr txBox="1"/>
          <p:nvPr/>
        </p:nvSpPr>
        <p:spPr>
          <a:xfrm>
            <a:off x="326571" y="924578"/>
            <a:ext cx="3975315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Crime</a:t>
            </a:r>
            <a:r>
              <a:rPr lang="en-US" sz="2000" b="1" u="sng" dirty="0">
                <a:latin typeface="Aptos ExtraBold" panose="020B0004020202020204" pitchFamily="34" charset="0"/>
              </a:rPr>
              <a:t>/</a:t>
            </a:r>
            <a:r>
              <a:rPr lang="en-US" sz="1800" b="1" u="sng" dirty="0">
                <a:latin typeface="Aptos ExtraBold" panose="020B0004020202020204" pitchFamily="34" charset="0"/>
              </a:rPr>
              <a:t>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413AF-7BDC-95C3-D7E3-FFEA18782840}"/>
              </a:ext>
            </a:extLst>
          </p:cNvPr>
          <p:cNvSpPr txBox="1"/>
          <p:nvPr/>
        </p:nvSpPr>
        <p:spPr>
          <a:xfrm>
            <a:off x="363542" y="1410553"/>
            <a:ext cx="3814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Motor Vehicle Theft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AA1D51-A579-BFB6-278F-78BD50358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299129" y="5649559"/>
            <a:ext cx="3548491" cy="15891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E4D7B3-FAF1-E10B-2640-789F0A7F54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938313" y="5649943"/>
            <a:ext cx="3556662" cy="15887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60A518-09E4-EAEC-18C1-AB67BF10E1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32038" y="5649943"/>
            <a:ext cx="3033528" cy="15887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80DEB4-F25F-AF9C-0F57-D17F9F834A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91839" y="1411602"/>
            <a:ext cx="4201929" cy="32467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D3FF56-6392-6251-8497-FA486AFB8D3E}"/>
              </a:ext>
            </a:extLst>
          </p:cNvPr>
          <p:cNvSpPr txBox="1"/>
          <p:nvPr/>
        </p:nvSpPr>
        <p:spPr>
          <a:xfrm>
            <a:off x="439994" y="2913636"/>
            <a:ext cx="369787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MV Theft Incidents 7-Day: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02/17 at 08:22 at Second St, 100 Block. NJ-L17PUM a HONDA, ACC was taken from a private parking Lot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02/17 at 09:31at Prospect Ave, 0 Block, NJ-Z53RVG HONDA, ACC was taken from a private parking garage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Suspect: Unknown.</a:t>
            </a:r>
          </a:p>
        </p:txBody>
      </p:sp>
    </p:spTree>
    <p:extLst>
      <p:ext uri="{BB962C8B-B14F-4D97-AF65-F5344CB8AC3E}">
        <p14:creationId xmlns:p14="http://schemas.microsoft.com/office/powerpoint/2010/main" val="118538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FD5B7-8BB2-2C08-1080-0D8F3412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9D7B2A-8490-3792-53DD-E3807BBC4932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62B80E8-BD0C-47E7-6A7B-8629450091C7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65EC36B-9308-E31C-D891-60103F672B2B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4154491B-4DF9-DE5E-3B4C-C34DAB8A8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CEA663-E11E-55DA-4135-A1DAA86377F3}"/>
              </a:ext>
            </a:extLst>
          </p:cNvPr>
          <p:cNvCxnSpPr>
            <a:cxnSpLocks/>
          </p:cNvCxnSpPr>
          <p:nvPr/>
        </p:nvCxnSpPr>
        <p:spPr>
          <a:xfrm>
            <a:off x="6201885" y="1168286"/>
            <a:ext cx="52169" cy="345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076C33-779E-E933-3967-6500DFE0B658}"/>
              </a:ext>
            </a:extLst>
          </p:cNvPr>
          <p:cNvSpPr txBox="1"/>
          <p:nvPr/>
        </p:nvSpPr>
        <p:spPr>
          <a:xfrm>
            <a:off x="283079" y="2255037"/>
            <a:ext cx="39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B087F3-8231-4D83-7E45-A48EC15A50C8}"/>
              </a:ext>
            </a:extLst>
          </p:cNvPr>
          <p:cNvSpPr txBox="1"/>
          <p:nvPr/>
        </p:nvSpPr>
        <p:spPr>
          <a:xfrm>
            <a:off x="4624346" y="924578"/>
            <a:ext cx="5915646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Spatial</a:t>
            </a:r>
            <a:r>
              <a:rPr lang="en-US" b="1" dirty="0"/>
              <a:t> </a:t>
            </a:r>
            <a:r>
              <a:rPr lang="en-US" sz="1800" b="1" u="sng" dirty="0">
                <a:latin typeface="Aptos ExtraBold" panose="020B0004020202020204" pitchFamily="34" charset="0"/>
              </a:rPr>
              <a:t>Assessment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DC1C02-44C4-4D51-D708-172C2CE07F47}"/>
              </a:ext>
            </a:extLst>
          </p:cNvPr>
          <p:cNvSpPr txBox="1"/>
          <p:nvPr/>
        </p:nvSpPr>
        <p:spPr>
          <a:xfrm>
            <a:off x="326571" y="924578"/>
            <a:ext cx="3975315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Crime</a:t>
            </a:r>
            <a:r>
              <a:rPr lang="en-US" sz="2000" b="1" u="sng" dirty="0">
                <a:latin typeface="Aptos ExtraBold" panose="020B0004020202020204" pitchFamily="34" charset="0"/>
              </a:rPr>
              <a:t>/</a:t>
            </a:r>
            <a:r>
              <a:rPr lang="en-US" sz="1800" b="1" u="sng" dirty="0">
                <a:latin typeface="Aptos ExtraBold" panose="020B0004020202020204" pitchFamily="34" charset="0"/>
              </a:rPr>
              <a:t>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EE03D-98B1-2618-B649-C491D80E2678}"/>
              </a:ext>
            </a:extLst>
          </p:cNvPr>
          <p:cNvSpPr txBox="1"/>
          <p:nvPr/>
        </p:nvSpPr>
        <p:spPr>
          <a:xfrm>
            <a:off x="363542" y="1410553"/>
            <a:ext cx="3814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Robbery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47E49-C28D-7909-DDED-CDAEA20AA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029450" y="5301000"/>
            <a:ext cx="3297463" cy="19045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942A7D-B438-B500-2C91-9EE7EA0AD3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694339" y="5383078"/>
            <a:ext cx="3155950" cy="182526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1FF38E-EC5C-8558-E436-563152656EB6}"/>
              </a:ext>
            </a:extLst>
          </p:cNvPr>
          <p:cNvCxnSpPr>
            <a:cxnSpLocks/>
          </p:cNvCxnSpPr>
          <p:nvPr/>
        </p:nvCxnSpPr>
        <p:spPr>
          <a:xfrm flipH="1">
            <a:off x="326571" y="4622605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35F5F85-C538-D984-3D10-CF520A9B44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13194" y="1465185"/>
            <a:ext cx="4000301" cy="3091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E5863E-F0C7-E008-5D77-2FB5C7C3255A}"/>
              </a:ext>
            </a:extLst>
          </p:cNvPr>
          <p:cNvSpPr txBox="1"/>
          <p:nvPr/>
        </p:nvSpPr>
        <p:spPr>
          <a:xfrm>
            <a:off x="217714" y="4684803"/>
            <a:ext cx="1920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Incidents occurred in the previous 7 days.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9E9A05-C929-3C8F-D799-E9EE45A4C11A}"/>
              </a:ext>
            </a:extLst>
          </p:cNvPr>
          <p:cNvSpPr txBox="1"/>
          <p:nvPr/>
        </p:nvSpPr>
        <p:spPr>
          <a:xfrm>
            <a:off x="363542" y="2704953"/>
            <a:ext cx="3697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N/A</a:t>
            </a:r>
          </a:p>
        </p:txBody>
      </p:sp>
    </p:spTree>
    <p:extLst>
      <p:ext uri="{BB962C8B-B14F-4D97-AF65-F5344CB8AC3E}">
        <p14:creationId xmlns:p14="http://schemas.microsoft.com/office/powerpoint/2010/main" val="309295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61A2E-B6E0-2E08-A8A1-F3BD4B5C7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D963094-3E7C-0149-5B21-6D3D998A0709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26E1D0-2DD7-B7AE-4B23-2A7DF8AC0325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EA68C91-F7C1-9115-DC5F-D681C1DB668B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307665D-8A8B-354B-3B9A-BCC810827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746E7B-9A1A-0787-60D4-C3FC6DA9EBC0}"/>
              </a:ext>
            </a:extLst>
          </p:cNvPr>
          <p:cNvCxnSpPr>
            <a:cxnSpLocks/>
          </p:cNvCxnSpPr>
          <p:nvPr/>
        </p:nvCxnSpPr>
        <p:spPr>
          <a:xfrm>
            <a:off x="4942106" y="1263536"/>
            <a:ext cx="52169" cy="345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46A8A9-50AF-805C-785A-772E8194677A}"/>
              </a:ext>
            </a:extLst>
          </p:cNvPr>
          <p:cNvCxnSpPr>
            <a:cxnSpLocks/>
          </p:cNvCxnSpPr>
          <p:nvPr/>
        </p:nvCxnSpPr>
        <p:spPr>
          <a:xfrm flipH="1">
            <a:off x="326571" y="4717855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5DFEEA4-8196-664A-FF30-814A8A0A4171}"/>
              </a:ext>
            </a:extLst>
          </p:cNvPr>
          <p:cNvSpPr txBox="1"/>
          <p:nvPr/>
        </p:nvSpPr>
        <p:spPr>
          <a:xfrm>
            <a:off x="363542" y="2699449"/>
            <a:ext cx="39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30FE23-687D-A9F6-3815-5CD122A5D2A8}"/>
              </a:ext>
            </a:extLst>
          </p:cNvPr>
          <p:cNvSpPr txBox="1"/>
          <p:nvPr/>
        </p:nvSpPr>
        <p:spPr>
          <a:xfrm>
            <a:off x="4427995" y="924578"/>
            <a:ext cx="6111997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Spatial</a:t>
            </a:r>
            <a:r>
              <a:rPr lang="en-US" b="1" dirty="0"/>
              <a:t> </a:t>
            </a:r>
            <a:r>
              <a:rPr lang="en-US" sz="1800" b="1" u="sng" dirty="0">
                <a:latin typeface="Aptos ExtraBold" panose="020B0004020202020204" pitchFamily="34" charset="0"/>
              </a:rPr>
              <a:t>Assessment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D2AF7A-C9D8-4567-217D-966067872414}"/>
              </a:ext>
            </a:extLst>
          </p:cNvPr>
          <p:cNvSpPr txBox="1"/>
          <p:nvPr/>
        </p:nvSpPr>
        <p:spPr>
          <a:xfrm>
            <a:off x="326571" y="924578"/>
            <a:ext cx="3975315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Crime</a:t>
            </a:r>
            <a:r>
              <a:rPr lang="en-US" sz="2000" b="1" u="sng" dirty="0">
                <a:latin typeface="Aptos ExtraBold" panose="020B0004020202020204" pitchFamily="34" charset="0"/>
              </a:rPr>
              <a:t>/</a:t>
            </a:r>
            <a:r>
              <a:rPr lang="en-US" sz="1800" b="1" u="sng" dirty="0">
                <a:latin typeface="Aptos ExtraBold" panose="020B0004020202020204" pitchFamily="34" charset="0"/>
              </a:rPr>
              <a:t>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B63965-D5CA-2549-2701-0EC597466C2F}"/>
              </a:ext>
            </a:extLst>
          </p:cNvPr>
          <p:cNvSpPr txBox="1"/>
          <p:nvPr/>
        </p:nvSpPr>
        <p:spPr>
          <a:xfrm>
            <a:off x="363542" y="1410553"/>
            <a:ext cx="3814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Sexual Offenses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0418FDB-57B1-2ACC-FDB0-A003CAAE85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73871" y="5023312"/>
            <a:ext cx="4089280" cy="21720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C0E5B5-B971-0558-8B5E-D6BD577DAA60}"/>
              </a:ext>
            </a:extLst>
          </p:cNvPr>
          <p:cNvSpPr txBox="1"/>
          <p:nvPr/>
        </p:nvSpPr>
        <p:spPr>
          <a:xfrm>
            <a:off x="439240" y="7055735"/>
            <a:ext cx="4383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Incidents occurred in the previous 7 or 28 cycles.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967F0-FC90-6FE0-748F-BD5E85EC3F59}"/>
              </a:ext>
            </a:extLst>
          </p:cNvPr>
          <p:cNvSpPr txBox="1"/>
          <p:nvPr/>
        </p:nvSpPr>
        <p:spPr>
          <a:xfrm>
            <a:off x="363542" y="3180153"/>
            <a:ext cx="3697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N/A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FB4CF8-1731-6A1B-7D93-8737D312F8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26742" y="1361927"/>
            <a:ext cx="4194509" cy="324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63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1108</TotalTime>
  <Words>229</Words>
  <Application>Microsoft Office PowerPoint</Application>
  <PresentationFormat>Custom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Aptos ExtraBold</vt:lpstr>
      <vt:lpstr>Aptos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Carucci</dc:creator>
  <cp:lastModifiedBy>Robert Carucci</cp:lastModifiedBy>
  <cp:revision>24</cp:revision>
  <cp:lastPrinted>2024-03-13T21:12:29Z</cp:lastPrinted>
  <dcterms:created xsi:type="dcterms:W3CDTF">2024-03-08T16:09:34Z</dcterms:created>
  <dcterms:modified xsi:type="dcterms:W3CDTF">2025-02-18T18:51:25Z</dcterms:modified>
</cp:coreProperties>
</file>