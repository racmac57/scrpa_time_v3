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90" r:id="rId2"/>
    <p:sldId id="287" r:id="rId3"/>
    <p:sldId id="286" r:id="rId4"/>
    <p:sldId id="289" r:id="rId5"/>
    <p:sldId id="288" r:id="rId6"/>
  </p:sldIdLst>
  <p:sldSz cx="10696575" cy="7589838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7" userDrawn="1">
          <p15:clr>
            <a:srgbClr val="A4A3A4"/>
          </p15:clr>
        </p15:guide>
        <p15:guide id="2" pos="339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B82020-BD2F-8054-82C3-A14D9833D7A1}" name="Robert Carucci" initials="RC" userId="S::rcarucci@hackensackpd.org::5be546eb-4763-4194-b93d-35346ec02cb5" providerId="AD"/>
  <p188:author id="{614EE433-4CD8-D6C9-71EC-C019CC5DD367}" name="Ray Guidetti" initials="" userId="S::rguidetti@hackensack.org::9cdb527b-782c-4e10-85bc-d9af381ffb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EDFE"/>
    <a:srgbClr val="36105B"/>
    <a:srgbClr val="D100D0"/>
    <a:srgbClr val="020D56"/>
    <a:srgbClr val="00EBFF"/>
    <a:srgbClr val="023F93"/>
    <a:srgbClr val="9ADBFE"/>
    <a:srgbClr val="513E80"/>
    <a:srgbClr val="FAB24F"/>
    <a:srgbClr val="FF4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BE088-60E8-457E-8699-D7C5121525E4}" v="4" dt="2025-03-25T17:39:06.1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33" d="100"/>
          <a:sy n="133" d="100"/>
        </p:scale>
        <p:origin x="5472" y="120"/>
      </p:cViewPr>
      <p:guideLst>
        <p:guide orient="horz" pos="2367"/>
        <p:guide pos="3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Carucci" userId="5be546eb-4763-4194-b93d-35346ec02cb5" providerId="ADAL" clId="{97DB7659-8F1C-4434-86A4-0DFB3DED7E8E}"/>
    <pc:docChg chg="custSel modSld">
      <pc:chgData name="Robert Carucci" userId="5be546eb-4763-4194-b93d-35346ec02cb5" providerId="ADAL" clId="{97DB7659-8F1C-4434-86A4-0DFB3DED7E8E}" dt="2025-02-25T17:43:38.644" v="285" actId="555"/>
      <pc:docMkLst>
        <pc:docMk/>
      </pc:docMkLst>
      <pc:sldChg chg="addSp delSp modSp mod">
        <pc:chgData name="Robert Carucci" userId="5be546eb-4763-4194-b93d-35346ec02cb5" providerId="ADAL" clId="{97DB7659-8F1C-4434-86A4-0DFB3DED7E8E}" dt="2025-02-25T17:30:02.792" v="131" actId="1076"/>
        <pc:sldMkLst>
          <pc:docMk/>
          <pc:sldMk cId="1185383279" sldId="286"/>
        </pc:sldMkLst>
        <pc:picChg chg="mod">
          <ac:chgData name="Robert Carucci" userId="5be546eb-4763-4194-b93d-35346ec02cb5" providerId="ADAL" clId="{97DB7659-8F1C-4434-86A4-0DFB3DED7E8E}" dt="2025-02-25T17:11:02.943" v="104" actId="14826"/>
          <ac:picMkLst>
            <pc:docMk/>
            <pc:sldMk cId="1185383279" sldId="286"/>
            <ac:picMk id="4" creationId="{FD80DEB4-F25F-AF9C-0F57-D17F9F834AC4}"/>
          </ac:picMkLst>
        </pc:picChg>
      </pc:sldChg>
      <pc:sldChg chg="addSp delSp modSp mod">
        <pc:chgData name="Robert Carucci" userId="5be546eb-4763-4194-b93d-35346ec02cb5" providerId="ADAL" clId="{97DB7659-8F1C-4434-86A4-0DFB3DED7E8E}" dt="2025-02-25T17:10:38.821" v="97" actId="14826"/>
        <pc:sldMkLst>
          <pc:docMk/>
          <pc:sldMk cId="3242726822" sldId="287"/>
        </pc:sldMkLst>
        <pc:picChg chg="mod">
          <ac:chgData name="Robert Carucci" userId="5be546eb-4763-4194-b93d-35346ec02cb5" providerId="ADAL" clId="{97DB7659-8F1C-4434-86A4-0DFB3DED7E8E}" dt="2025-02-25T17:10:38.821" v="97" actId="14826"/>
          <ac:picMkLst>
            <pc:docMk/>
            <pc:sldMk cId="3242726822" sldId="287"/>
            <ac:picMk id="21" creationId="{D0B87FD0-FEDE-9602-1A19-8B15B5C62FD4}"/>
          </ac:picMkLst>
        </pc:picChg>
      </pc:sldChg>
      <pc:sldChg chg="addSp delSp modSp mod">
        <pc:chgData name="Robert Carucci" userId="5be546eb-4763-4194-b93d-35346ec02cb5" providerId="ADAL" clId="{97DB7659-8F1C-4434-86A4-0DFB3DED7E8E}" dt="2025-02-25T17:43:38.644" v="285" actId="555"/>
        <pc:sldMkLst>
          <pc:docMk/>
          <pc:sldMk cId="477563929" sldId="288"/>
        </pc:sldMkLst>
        <pc:spChg chg="mod">
          <ac:chgData name="Robert Carucci" userId="5be546eb-4763-4194-b93d-35346ec02cb5" providerId="ADAL" clId="{97DB7659-8F1C-4434-86A4-0DFB3DED7E8E}" dt="2025-02-25T17:43:17.254" v="284"/>
          <ac:spMkLst>
            <pc:docMk/>
            <pc:sldMk cId="477563929" sldId="288"/>
            <ac:spMk id="9" creationId="{43B967F0-FC90-6FE0-748F-BD5E85EC3F59}"/>
          </ac:spMkLst>
        </pc:spChg>
        <pc:graphicFrameChg chg="add mod">
          <ac:chgData name="Robert Carucci" userId="5be546eb-4763-4194-b93d-35346ec02cb5" providerId="ADAL" clId="{97DB7659-8F1C-4434-86A4-0DFB3DED7E8E}" dt="2025-02-25T17:43:38.644" v="285" actId="555"/>
          <ac:graphicFrameMkLst>
            <pc:docMk/>
            <pc:sldMk cId="477563929" sldId="288"/>
            <ac:graphicFrameMk id="10" creationId="{E7D8D6E3-3890-D3BD-D415-655781EA673F}"/>
          </ac:graphicFrameMkLst>
        </pc:graphicFrameChg>
        <pc:picChg chg="mod">
          <ac:chgData name="Robert Carucci" userId="5be546eb-4763-4194-b93d-35346ec02cb5" providerId="ADAL" clId="{97DB7659-8F1C-4434-86A4-0DFB3DED7E8E}" dt="2025-02-25T17:34:57.277" v="149" actId="14826"/>
          <ac:picMkLst>
            <pc:docMk/>
            <pc:sldMk cId="477563929" sldId="288"/>
            <ac:picMk id="12" creationId="{70FB4CF8-1731-6A1B-7D93-8737D312F852}"/>
          </ac:picMkLst>
        </pc:picChg>
      </pc:sldChg>
      <pc:sldChg chg="addSp delSp modSp mod">
        <pc:chgData name="Robert Carucci" userId="5be546eb-4763-4194-b93d-35346ec02cb5" providerId="ADAL" clId="{97DB7659-8F1C-4434-86A4-0DFB3DED7E8E}" dt="2025-02-25T17:34:29.669" v="144" actId="1076"/>
        <pc:sldMkLst>
          <pc:docMk/>
          <pc:sldMk cId="3092951088" sldId="289"/>
        </pc:sldMkLst>
        <pc:picChg chg="mod">
          <ac:chgData name="Robert Carucci" userId="5be546eb-4763-4194-b93d-35346ec02cb5" providerId="ADAL" clId="{97DB7659-8F1C-4434-86A4-0DFB3DED7E8E}" dt="2025-02-25T17:30:34.587" v="136" actId="14826"/>
          <ac:picMkLst>
            <pc:docMk/>
            <pc:sldMk cId="3092951088" sldId="289"/>
            <ac:picMk id="10" creationId="{535F5F85-C538-D984-3D10-CF520A9B4407}"/>
          </ac:picMkLst>
        </pc:picChg>
      </pc:sldChg>
      <pc:sldChg chg="addSp delSp modSp mod">
        <pc:chgData name="Robert Carucci" userId="5be546eb-4763-4194-b93d-35346ec02cb5" providerId="ADAL" clId="{97DB7659-8F1C-4434-86A4-0DFB3DED7E8E}" dt="2025-02-25T17:03:36.241" v="21"/>
        <pc:sldMkLst>
          <pc:docMk/>
          <pc:sldMk cId="2494822564" sldId="290"/>
        </pc:sldMkLst>
        <pc:spChg chg="mod">
          <ac:chgData name="Robert Carucci" userId="5be546eb-4763-4194-b93d-35346ec02cb5" providerId="ADAL" clId="{97DB7659-8F1C-4434-86A4-0DFB3DED7E8E}" dt="2025-02-25T17:02:53.742" v="17" actId="20577"/>
          <ac:spMkLst>
            <pc:docMk/>
            <pc:sldMk cId="2494822564" sldId="290"/>
            <ac:spMk id="7" creationId="{6FDE9CDE-11DD-0B3C-8712-37935114FF7F}"/>
          </ac:spMkLst>
        </pc:spChg>
        <pc:spChg chg="add mod">
          <ac:chgData name="Robert Carucci" userId="5be546eb-4763-4194-b93d-35346ec02cb5" providerId="ADAL" clId="{97DB7659-8F1C-4434-86A4-0DFB3DED7E8E}" dt="2025-02-25T17:03:36.241" v="21"/>
          <ac:spMkLst>
            <pc:docMk/>
            <pc:sldMk cId="2494822564" sldId="290"/>
            <ac:spMk id="17" creationId="{E9E3D342-22E4-C50D-BFF5-0C9D9BD2B6E7}"/>
          </ac:spMkLst>
        </pc:spChg>
        <pc:picChg chg="mod">
          <ac:chgData name="Robert Carucci" userId="5be546eb-4763-4194-b93d-35346ec02cb5" providerId="ADAL" clId="{97DB7659-8F1C-4434-86A4-0DFB3DED7E8E}" dt="2025-02-25T17:03:18.118" v="20" actId="408"/>
          <ac:picMkLst>
            <pc:docMk/>
            <pc:sldMk cId="2494822564" sldId="290"/>
            <ac:picMk id="4" creationId="{A7689BE0-9F7B-E1D4-51B8-5053670AB9B9}"/>
          </ac:picMkLst>
        </pc:picChg>
        <pc:picChg chg="mod">
          <ac:chgData name="Robert Carucci" userId="5be546eb-4763-4194-b93d-35346ec02cb5" providerId="ADAL" clId="{97DB7659-8F1C-4434-86A4-0DFB3DED7E8E}" dt="2025-02-25T17:03:18.118" v="20" actId="408"/>
          <ac:picMkLst>
            <pc:docMk/>
            <pc:sldMk cId="2494822564" sldId="290"/>
            <ac:picMk id="5" creationId="{6C6BDE54-26C7-C607-0A00-B65A2A9B9D07}"/>
          </ac:picMkLst>
        </pc:picChg>
        <pc:picChg chg="mod">
          <ac:chgData name="Robert Carucci" userId="5be546eb-4763-4194-b93d-35346ec02cb5" providerId="ADAL" clId="{97DB7659-8F1C-4434-86A4-0DFB3DED7E8E}" dt="2025-02-25T16:55:36.163" v="2" actId="14826"/>
          <ac:picMkLst>
            <pc:docMk/>
            <pc:sldMk cId="2494822564" sldId="290"/>
            <ac:picMk id="16" creationId="{49AE32CB-754D-5033-1352-3B899A22C0B7}"/>
          </ac:picMkLst>
        </pc:picChg>
      </pc:sldChg>
    </pc:docChg>
  </pc:docChgLst>
  <pc:docChgLst>
    <pc:chgData name="Robert Carucci" userId="5be546eb-4763-4194-b93d-35346ec02cb5" providerId="ADAL" clId="{269FA5A1-2F9A-4401-AD1D-4794EDB73D2B}"/>
    <pc:docChg chg="custSel modSld">
      <pc:chgData name="Robert Carucci" userId="5be546eb-4763-4194-b93d-35346ec02cb5" providerId="ADAL" clId="{269FA5A1-2F9A-4401-AD1D-4794EDB73D2B}" dt="2025-03-11T19:40:30.135" v="119" actId="1076"/>
      <pc:docMkLst>
        <pc:docMk/>
      </pc:docMkLst>
      <pc:sldChg chg="addSp delSp modSp mod">
        <pc:chgData name="Robert Carucci" userId="5be546eb-4763-4194-b93d-35346ec02cb5" providerId="ADAL" clId="{269FA5A1-2F9A-4401-AD1D-4794EDB73D2B}" dt="2025-03-11T19:03:27.571" v="99" actId="1038"/>
        <pc:sldMkLst>
          <pc:docMk/>
          <pc:sldMk cId="1185383279" sldId="286"/>
        </pc:sldMkLst>
        <pc:picChg chg="mod">
          <ac:chgData name="Robert Carucci" userId="5be546eb-4763-4194-b93d-35346ec02cb5" providerId="ADAL" clId="{269FA5A1-2F9A-4401-AD1D-4794EDB73D2B}" dt="2025-03-11T17:57:59.535" v="10" actId="14826"/>
          <ac:picMkLst>
            <pc:docMk/>
            <pc:sldMk cId="1185383279" sldId="286"/>
            <ac:picMk id="4" creationId="{FD80DEB4-F25F-AF9C-0F57-D17F9F834AC4}"/>
          </ac:picMkLst>
        </pc:picChg>
      </pc:sldChg>
      <pc:sldChg chg="addSp delSp modSp mod">
        <pc:chgData name="Robert Carucci" userId="5be546eb-4763-4194-b93d-35346ec02cb5" providerId="ADAL" clId="{269FA5A1-2F9A-4401-AD1D-4794EDB73D2B}" dt="2025-03-11T19:02:32.999" v="61" actId="14826"/>
        <pc:sldMkLst>
          <pc:docMk/>
          <pc:sldMk cId="3242726822" sldId="287"/>
        </pc:sldMkLst>
        <pc:picChg chg="add mod">
          <ac:chgData name="Robert Carucci" userId="5be546eb-4763-4194-b93d-35346ec02cb5" providerId="ADAL" clId="{269FA5A1-2F9A-4401-AD1D-4794EDB73D2B}" dt="2025-03-11T19:02:32.999" v="61" actId="14826"/>
          <ac:picMkLst>
            <pc:docMk/>
            <pc:sldMk cId="3242726822" sldId="287"/>
            <ac:picMk id="9" creationId="{4739554E-9C37-222C-EC8F-FF56AA575ADA}"/>
          </ac:picMkLst>
        </pc:picChg>
        <pc:picChg chg="mod">
          <ac:chgData name="Robert Carucci" userId="5be546eb-4763-4194-b93d-35346ec02cb5" providerId="ADAL" clId="{269FA5A1-2F9A-4401-AD1D-4794EDB73D2B}" dt="2025-03-11T17:57:39.247" v="7" actId="14826"/>
          <ac:picMkLst>
            <pc:docMk/>
            <pc:sldMk cId="3242726822" sldId="287"/>
            <ac:picMk id="21" creationId="{D0B87FD0-FEDE-9602-1A19-8B15B5C62FD4}"/>
          </ac:picMkLst>
        </pc:picChg>
        <pc:cxnChg chg="mod">
          <ac:chgData name="Robert Carucci" userId="5be546eb-4763-4194-b93d-35346ec02cb5" providerId="ADAL" clId="{269FA5A1-2F9A-4401-AD1D-4794EDB73D2B}" dt="2025-03-11T19:01:38.245" v="56" actId="1038"/>
          <ac:cxnSpMkLst>
            <pc:docMk/>
            <pc:sldMk cId="3242726822" sldId="287"/>
            <ac:cxnSpMk id="6" creationId="{0E260A50-7860-AC5B-F3C9-EA300A045CD9}"/>
          </ac:cxnSpMkLst>
        </pc:cxnChg>
      </pc:sldChg>
      <pc:sldChg chg="addSp delSp modSp mod">
        <pc:chgData name="Robert Carucci" userId="5be546eb-4763-4194-b93d-35346ec02cb5" providerId="ADAL" clId="{269FA5A1-2F9A-4401-AD1D-4794EDB73D2B}" dt="2025-03-11T17:58:25.283" v="13" actId="14826"/>
        <pc:sldMkLst>
          <pc:docMk/>
          <pc:sldMk cId="477563929" sldId="288"/>
        </pc:sldMkLst>
        <pc:picChg chg="mod">
          <ac:chgData name="Robert Carucci" userId="5be546eb-4763-4194-b93d-35346ec02cb5" providerId="ADAL" clId="{269FA5A1-2F9A-4401-AD1D-4794EDB73D2B}" dt="2025-03-11T17:58:25.283" v="13" actId="14826"/>
          <ac:picMkLst>
            <pc:docMk/>
            <pc:sldMk cId="477563929" sldId="288"/>
            <ac:picMk id="12" creationId="{70FB4CF8-1731-6A1B-7D93-8737D312F852}"/>
          </ac:picMkLst>
        </pc:picChg>
      </pc:sldChg>
      <pc:sldChg chg="addSp delSp modSp mod">
        <pc:chgData name="Robert Carucci" userId="5be546eb-4763-4194-b93d-35346ec02cb5" providerId="ADAL" clId="{269FA5A1-2F9A-4401-AD1D-4794EDB73D2B}" dt="2025-03-11T19:40:30.135" v="119" actId="1076"/>
        <pc:sldMkLst>
          <pc:docMk/>
          <pc:sldMk cId="3092951088" sldId="289"/>
        </pc:sldMkLst>
        <pc:picChg chg="add mod">
          <ac:chgData name="Robert Carucci" userId="5be546eb-4763-4194-b93d-35346ec02cb5" providerId="ADAL" clId="{269FA5A1-2F9A-4401-AD1D-4794EDB73D2B}" dt="2025-03-11T19:39:59.291" v="115" actId="14826"/>
          <ac:picMkLst>
            <pc:docMk/>
            <pc:sldMk cId="3092951088" sldId="289"/>
            <ac:picMk id="7" creationId="{F6B3C15C-1DDE-DB22-F68E-DF3D0596C88F}"/>
          </ac:picMkLst>
        </pc:picChg>
        <pc:picChg chg="add mod">
          <ac:chgData name="Robert Carucci" userId="5be546eb-4763-4194-b93d-35346ec02cb5" providerId="ADAL" clId="{269FA5A1-2F9A-4401-AD1D-4794EDB73D2B}" dt="2025-03-11T19:40:07.517" v="116" actId="14826"/>
          <ac:picMkLst>
            <pc:docMk/>
            <pc:sldMk cId="3092951088" sldId="289"/>
            <ac:picMk id="9" creationId="{4F2F530E-D781-3B8E-9A00-DAD4AFBAB29F}"/>
          </ac:picMkLst>
        </pc:picChg>
        <pc:picChg chg="mod">
          <ac:chgData name="Robert Carucci" userId="5be546eb-4763-4194-b93d-35346ec02cb5" providerId="ADAL" clId="{269FA5A1-2F9A-4401-AD1D-4794EDB73D2B}" dt="2025-03-11T18:02:01.040" v="16" actId="14826"/>
          <ac:picMkLst>
            <pc:docMk/>
            <pc:sldMk cId="3092951088" sldId="289"/>
            <ac:picMk id="10" creationId="{535F5F85-C538-D984-3D10-CF520A9B4407}"/>
          </ac:picMkLst>
        </pc:picChg>
      </pc:sldChg>
      <pc:sldChg chg="addSp delSp modSp mod">
        <pc:chgData name="Robert Carucci" userId="5be546eb-4763-4194-b93d-35346ec02cb5" providerId="ADAL" clId="{269FA5A1-2F9A-4401-AD1D-4794EDB73D2B}" dt="2025-03-11T17:56:50.344" v="4" actId="14826"/>
        <pc:sldMkLst>
          <pc:docMk/>
          <pc:sldMk cId="2494822564" sldId="290"/>
        </pc:sldMkLst>
        <pc:picChg chg="mod">
          <ac:chgData name="Robert Carucci" userId="5be546eb-4763-4194-b93d-35346ec02cb5" providerId="ADAL" clId="{269FA5A1-2F9A-4401-AD1D-4794EDB73D2B}" dt="2025-03-11T17:56:50.344" v="4" actId="14826"/>
          <ac:picMkLst>
            <pc:docMk/>
            <pc:sldMk cId="2494822564" sldId="290"/>
            <ac:picMk id="16" creationId="{49AE32CB-754D-5033-1352-3B899A22C0B7}"/>
          </ac:picMkLst>
        </pc:picChg>
      </pc:sldChg>
    </pc:docChg>
  </pc:docChgLst>
  <pc:docChgLst>
    <pc:chgData name="Robert Carucci" userId="5be546eb-4763-4194-b93d-35346ec02cb5" providerId="ADAL" clId="{848769DD-27B0-434D-8C19-CEC6EC8C2764}"/>
    <pc:docChg chg="undo custSel modSld">
      <pc:chgData name="Robert Carucci" userId="5be546eb-4763-4194-b93d-35346ec02cb5" providerId="ADAL" clId="{848769DD-27B0-434D-8C19-CEC6EC8C2764}" dt="2025-03-04T06:37:07.781" v="155" actId="14100"/>
      <pc:docMkLst>
        <pc:docMk/>
      </pc:docMkLst>
      <pc:sldChg chg="addSp delSp modSp mod">
        <pc:chgData name="Robert Carucci" userId="5be546eb-4763-4194-b93d-35346ec02cb5" providerId="ADAL" clId="{848769DD-27B0-434D-8C19-CEC6EC8C2764}" dt="2025-03-04T06:34:56.999" v="20" actId="1076"/>
        <pc:sldMkLst>
          <pc:docMk/>
          <pc:sldMk cId="1185383279" sldId="286"/>
        </pc:sldMkLst>
        <pc:picChg chg="mod">
          <ac:chgData name="Robert Carucci" userId="5be546eb-4763-4194-b93d-35346ec02cb5" providerId="ADAL" clId="{848769DD-27B0-434D-8C19-CEC6EC8C2764}" dt="2025-03-04T06:28:51.059" v="10" actId="14826"/>
          <ac:picMkLst>
            <pc:docMk/>
            <pc:sldMk cId="1185383279" sldId="286"/>
            <ac:picMk id="4" creationId="{FD80DEB4-F25F-AF9C-0F57-D17F9F834AC4}"/>
          </ac:picMkLst>
        </pc:picChg>
      </pc:sldChg>
      <pc:sldChg chg="addSp delSp modSp mod">
        <pc:chgData name="Robert Carucci" userId="5be546eb-4763-4194-b93d-35346ec02cb5" providerId="ADAL" clId="{848769DD-27B0-434D-8C19-CEC6EC8C2764}" dt="2025-03-04T06:28:31.825" v="7" actId="14826"/>
        <pc:sldMkLst>
          <pc:docMk/>
          <pc:sldMk cId="3242726822" sldId="287"/>
        </pc:sldMkLst>
        <pc:picChg chg="mod">
          <ac:chgData name="Robert Carucci" userId="5be546eb-4763-4194-b93d-35346ec02cb5" providerId="ADAL" clId="{848769DD-27B0-434D-8C19-CEC6EC8C2764}" dt="2025-03-04T06:28:31.825" v="7" actId="14826"/>
          <ac:picMkLst>
            <pc:docMk/>
            <pc:sldMk cId="3242726822" sldId="287"/>
            <ac:picMk id="21" creationId="{D0B87FD0-FEDE-9602-1A19-8B15B5C62FD4}"/>
          </ac:picMkLst>
        </pc:picChg>
      </pc:sldChg>
      <pc:sldChg chg="addSp delSp modSp mod">
        <pc:chgData name="Robert Carucci" userId="5be546eb-4763-4194-b93d-35346ec02cb5" providerId="ADAL" clId="{848769DD-27B0-434D-8C19-CEC6EC8C2764}" dt="2025-03-04T06:37:07.781" v="155" actId="14100"/>
        <pc:sldMkLst>
          <pc:docMk/>
          <pc:sldMk cId="477563929" sldId="288"/>
        </pc:sldMkLst>
        <pc:spChg chg="add mod">
          <ac:chgData name="Robert Carucci" userId="5be546eb-4763-4194-b93d-35346ec02cb5" providerId="ADAL" clId="{848769DD-27B0-434D-8C19-CEC6EC8C2764}" dt="2025-03-04T06:36:58.286" v="154"/>
          <ac:spMkLst>
            <pc:docMk/>
            <pc:sldMk cId="477563929" sldId="288"/>
            <ac:spMk id="7" creationId="{768E348F-B60D-1A67-9376-9A52FACA991F}"/>
          </ac:spMkLst>
        </pc:spChg>
        <pc:spChg chg="mod">
          <ac:chgData name="Robert Carucci" userId="5be546eb-4763-4194-b93d-35346ec02cb5" providerId="ADAL" clId="{848769DD-27B0-434D-8C19-CEC6EC8C2764}" dt="2025-03-04T06:36:48.700" v="153" actId="20577"/>
          <ac:spMkLst>
            <pc:docMk/>
            <pc:sldMk cId="477563929" sldId="288"/>
            <ac:spMk id="9" creationId="{43B967F0-FC90-6FE0-748F-BD5E85EC3F59}"/>
          </ac:spMkLst>
        </pc:spChg>
        <pc:picChg chg="mod">
          <ac:chgData name="Robert Carucci" userId="5be546eb-4763-4194-b93d-35346ec02cb5" providerId="ADAL" clId="{848769DD-27B0-434D-8C19-CEC6EC8C2764}" dt="2025-03-04T06:37:07.781" v="155" actId="14100"/>
          <ac:picMkLst>
            <pc:docMk/>
            <pc:sldMk cId="477563929" sldId="288"/>
            <ac:picMk id="12" creationId="{70FB4CF8-1731-6A1B-7D93-8737D312F852}"/>
          </ac:picMkLst>
        </pc:picChg>
      </pc:sldChg>
      <pc:sldChg chg="addSp delSp modSp mod">
        <pc:chgData name="Robert Carucci" userId="5be546eb-4763-4194-b93d-35346ec02cb5" providerId="ADAL" clId="{848769DD-27B0-434D-8C19-CEC6EC8C2764}" dt="2025-03-04T06:29:10.806" v="13" actId="14826"/>
        <pc:sldMkLst>
          <pc:docMk/>
          <pc:sldMk cId="3092951088" sldId="289"/>
        </pc:sldMkLst>
        <pc:picChg chg="mod">
          <ac:chgData name="Robert Carucci" userId="5be546eb-4763-4194-b93d-35346ec02cb5" providerId="ADAL" clId="{848769DD-27B0-434D-8C19-CEC6EC8C2764}" dt="2025-03-04T06:29:10.806" v="13" actId="14826"/>
          <ac:picMkLst>
            <pc:docMk/>
            <pc:sldMk cId="3092951088" sldId="289"/>
            <ac:picMk id="10" creationId="{535F5F85-C538-D984-3D10-CF520A9B4407}"/>
          </ac:picMkLst>
        </pc:picChg>
      </pc:sldChg>
      <pc:sldChg chg="addSp delSp modSp mod">
        <pc:chgData name="Robert Carucci" userId="5be546eb-4763-4194-b93d-35346ec02cb5" providerId="ADAL" clId="{848769DD-27B0-434D-8C19-CEC6EC8C2764}" dt="2025-03-04T06:28:13.809" v="4" actId="14826"/>
        <pc:sldMkLst>
          <pc:docMk/>
          <pc:sldMk cId="2494822564" sldId="290"/>
        </pc:sldMkLst>
        <pc:picChg chg="mod">
          <ac:chgData name="Robert Carucci" userId="5be546eb-4763-4194-b93d-35346ec02cb5" providerId="ADAL" clId="{848769DD-27B0-434D-8C19-CEC6EC8C2764}" dt="2025-03-04T06:28:13.809" v="4" actId="14826"/>
          <ac:picMkLst>
            <pc:docMk/>
            <pc:sldMk cId="2494822564" sldId="290"/>
            <ac:picMk id="16" creationId="{49AE32CB-754D-5033-1352-3B899A22C0B7}"/>
          </ac:picMkLst>
        </pc:picChg>
      </pc:sldChg>
    </pc:docChg>
  </pc:docChgLst>
  <pc:docChgLst>
    <pc:chgData name="Robert Carucci" userId="5be546eb-4763-4194-b93d-35346ec02cb5" providerId="ADAL" clId="{50EBE088-60E8-457E-8699-D7C5121525E4}"/>
    <pc:docChg chg="custSel modSld">
      <pc:chgData name="Robert Carucci" userId="5be546eb-4763-4194-b93d-35346ec02cb5" providerId="ADAL" clId="{50EBE088-60E8-457E-8699-D7C5121525E4}" dt="2025-03-25T17:39:12.260" v="178" actId="14826"/>
      <pc:docMkLst>
        <pc:docMk/>
      </pc:docMkLst>
      <pc:sldChg chg="addSp delSp modSp mod">
        <pc:chgData name="Robert Carucci" userId="5be546eb-4763-4194-b93d-35346ec02cb5" providerId="ADAL" clId="{50EBE088-60E8-457E-8699-D7C5121525E4}" dt="2025-03-25T17:39:12.260" v="178" actId="14826"/>
        <pc:sldMkLst>
          <pc:docMk/>
          <pc:sldMk cId="1185383279" sldId="286"/>
        </pc:sldMkLst>
        <pc:spChg chg="del">
          <ac:chgData name="Robert Carucci" userId="5be546eb-4763-4194-b93d-35346ec02cb5" providerId="ADAL" clId="{50EBE088-60E8-457E-8699-D7C5121525E4}" dt="2025-03-25T16:30:49.744" v="160" actId="478"/>
          <ac:spMkLst>
            <pc:docMk/>
            <pc:sldMk cId="1185383279" sldId="286"/>
            <ac:spMk id="5" creationId="{7EE19E9E-C99E-386E-FC73-13C4F6B3C0C4}"/>
          </ac:spMkLst>
        </pc:spChg>
        <pc:spChg chg="del">
          <ac:chgData name="Robert Carucci" userId="5be546eb-4763-4194-b93d-35346ec02cb5" providerId="ADAL" clId="{50EBE088-60E8-457E-8699-D7C5121525E4}" dt="2025-03-25T16:08:23.712" v="115" actId="478"/>
          <ac:spMkLst>
            <pc:docMk/>
            <pc:sldMk cId="1185383279" sldId="286"/>
            <ac:spMk id="7" creationId="{799D12F9-CFF3-8AE4-01A3-D0BE9EAA650A}"/>
          </ac:spMkLst>
        </pc:spChg>
        <pc:picChg chg="mod">
          <ac:chgData name="Robert Carucci" userId="5be546eb-4763-4194-b93d-35346ec02cb5" providerId="ADAL" clId="{50EBE088-60E8-457E-8699-D7C5121525E4}" dt="2025-03-25T17:39:12.260" v="178" actId="14826"/>
          <ac:picMkLst>
            <pc:docMk/>
            <pc:sldMk cId="1185383279" sldId="286"/>
            <ac:picMk id="4" creationId="{FD80DEB4-F25F-AF9C-0F57-D17F9F834AC4}"/>
          </ac:picMkLst>
        </pc:picChg>
        <pc:picChg chg="add del mod">
          <ac:chgData name="Robert Carucci" userId="5be546eb-4763-4194-b93d-35346ec02cb5" providerId="ADAL" clId="{50EBE088-60E8-457E-8699-D7C5121525E4}" dt="2025-03-25T16:30:30.906" v="156" actId="478"/>
          <ac:picMkLst>
            <pc:docMk/>
            <pc:sldMk cId="1185383279" sldId="286"/>
            <ac:picMk id="9" creationId="{EB51B42C-86BC-68C9-83A9-09A26B99DB56}"/>
          </ac:picMkLst>
        </pc:picChg>
        <pc:picChg chg="add mod">
          <ac:chgData name="Robert Carucci" userId="5be546eb-4763-4194-b93d-35346ec02cb5" providerId="ADAL" clId="{50EBE088-60E8-457E-8699-D7C5121525E4}" dt="2025-03-25T16:32:31.376" v="167" actId="14826"/>
          <ac:picMkLst>
            <pc:docMk/>
            <pc:sldMk cId="1185383279" sldId="286"/>
            <ac:picMk id="10" creationId="{4C1D4373-6D77-306F-2FDF-C024D986BB9C}"/>
          </ac:picMkLst>
        </pc:picChg>
        <pc:picChg chg="mod">
          <ac:chgData name="Robert Carucci" userId="5be546eb-4763-4194-b93d-35346ec02cb5" providerId="ADAL" clId="{50EBE088-60E8-457E-8699-D7C5121525E4}" dt="2025-03-25T16:32:04.858" v="166" actId="408"/>
          <ac:picMkLst>
            <pc:docMk/>
            <pc:sldMk cId="1185383279" sldId="286"/>
            <ac:picMk id="12" creationId="{E12C8C63-5A26-58DD-A26C-BFC9DE93C4A3}"/>
          </ac:picMkLst>
        </pc:picChg>
        <pc:picChg chg="mod">
          <ac:chgData name="Robert Carucci" userId="5be546eb-4763-4194-b93d-35346ec02cb5" providerId="ADAL" clId="{50EBE088-60E8-457E-8699-D7C5121525E4}" dt="2025-03-25T16:32:04.858" v="166" actId="408"/>
          <ac:picMkLst>
            <pc:docMk/>
            <pc:sldMk cId="1185383279" sldId="286"/>
            <ac:picMk id="16" creationId="{956DDFCA-F5C3-F0B0-D1CD-38429D1AA727}"/>
          </ac:picMkLst>
        </pc:picChg>
        <pc:picChg chg="add del mod">
          <ac:chgData name="Robert Carucci" userId="5be546eb-4763-4194-b93d-35346ec02cb5" providerId="ADAL" clId="{50EBE088-60E8-457E-8699-D7C5121525E4}" dt="2025-03-25T17:39:08.038" v="177" actId="21"/>
          <ac:picMkLst>
            <pc:docMk/>
            <pc:sldMk cId="1185383279" sldId="286"/>
            <ac:picMk id="19" creationId="{8C477A6B-DA30-B6F6-3F87-D33E71644A26}"/>
          </ac:picMkLst>
        </pc:picChg>
        <pc:cxnChg chg="mod">
          <ac:chgData name="Robert Carucci" userId="5be546eb-4763-4194-b93d-35346ec02cb5" providerId="ADAL" clId="{50EBE088-60E8-457E-8699-D7C5121525E4}" dt="2025-03-25T16:28:46.338" v="153" actId="1038"/>
          <ac:cxnSpMkLst>
            <pc:docMk/>
            <pc:sldMk cId="1185383279" sldId="286"/>
            <ac:cxnSpMk id="6" creationId="{BCF1E475-552D-A49B-CD52-9D05258B07D1}"/>
          </ac:cxnSpMkLst>
        </pc:cxnChg>
      </pc:sldChg>
      <pc:sldChg chg="addSp delSp modSp mod">
        <pc:chgData name="Robert Carucci" userId="5be546eb-4763-4194-b93d-35346ec02cb5" providerId="ADAL" clId="{50EBE088-60E8-457E-8699-D7C5121525E4}" dt="2025-03-25T17:37:17.150" v="173" actId="14826"/>
        <pc:sldMkLst>
          <pc:docMk/>
          <pc:sldMk cId="3242726822" sldId="287"/>
        </pc:sldMkLst>
        <pc:picChg chg="add del mod">
          <ac:chgData name="Robert Carucci" userId="5be546eb-4763-4194-b93d-35346ec02cb5" providerId="ADAL" clId="{50EBE088-60E8-457E-8699-D7C5121525E4}" dt="2025-03-25T17:37:09.962" v="172" actId="21"/>
          <ac:picMkLst>
            <pc:docMk/>
            <pc:sldMk cId="3242726822" sldId="287"/>
            <ac:picMk id="5" creationId="{39F1953A-EEB4-B07D-A68D-CAE74DFDD6EB}"/>
          </ac:picMkLst>
        </pc:picChg>
        <pc:picChg chg="mod">
          <ac:chgData name="Robert Carucci" userId="5be546eb-4763-4194-b93d-35346ec02cb5" providerId="ADAL" clId="{50EBE088-60E8-457E-8699-D7C5121525E4}" dt="2025-03-25T15:40:26.829" v="81" actId="1076"/>
          <ac:picMkLst>
            <pc:docMk/>
            <pc:sldMk cId="3242726822" sldId="287"/>
            <ac:picMk id="9" creationId="{4739554E-9C37-222C-EC8F-FF56AA575ADA}"/>
          </ac:picMkLst>
        </pc:picChg>
        <pc:picChg chg="mod">
          <ac:chgData name="Robert Carucci" userId="5be546eb-4763-4194-b93d-35346ec02cb5" providerId="ADAL" clId="{50EBE088-60E8-457E-8699-D7C5121525E4}" dt="2025-03-25T15:40:16.292" v="80" actId="408"/>
          <ac:picMkLst>
            <pc:docMk/>
            <pc:sldMk cId="3242726822" sldId="287"/>
            <ac:picMk id="16" creationId="{52BA2D27-CFDE-6A39-9C76-AAB65E0B8E46}"/>
          </ac:picMkLst>
        </pc:picChg>
        <pc:picChg chg="mod">
          <ac:chgData name="Robert Carucci" userId="5be546eb-4763-4194-b93d-35346ec02cb5" providerId="ADAL" clId="{50EBE088-60E8-457E-8699-D7C5121525E4}" dt="2025-03-25T15:40:16.292" v="80" actId="408"/>
          <ac:picMkLst>
            <pc:docMk/>
            <pc:sldMk cId="3242726822" sldId="287"/>
            <ac:picMk id="17" creationId="{D56FB92F-D1AA-43B8-CA4C-B8BA8B6A5343}"/>
          </ac:picMkLst>
        </pc:picChg>
        <pc:picChg chg="del">
          <ac:chgData name="Robert Carucci" userId="5be546eb-4763-4194-b93d-35346ec02cb5" providerId="ADAL" clId="{50EBE088-60E8-457E-8699-D7C5121525E4}" dt="2025-03-25T15:38:43.242" v="67" actId="478"/>
          <ac:picMkLst>
            <pc:docMk/>
            <pc:sldMk cId="3242726822" sldId="287"/>
            <ac:picMk id="19" creationId="{8A72295C-84BE-6726-F343-181C6A93E334}"/>
          </ac:picMkLst>
        </pc:picChg>
        <pc:picChg chg="mod">
          <ac:chgData name="Robert Carucci" userId="5be546eb-4763-4194-b93d-35346ec02cb5" providerId="ADAL" clId="{50EBE088-60E8-457E-8699-D7C5121525E4}" dt="2025-03-25T17:37:17.150" v="173" actId="14826"/>
          <ac:picMkLst>
            <pc:docMk/>
            <pc:sldMk cId="3242726822" sldId="287"/>
            <ac:picMk id="21" creationId="{D0B87FD0-FEDE-9602-1A19-8B15B5C62FD4}"/>
          </ac:picMkLst>
        </pc:picChg>
        <pc:cxnChg chg="mod">
          <ac:chgData name="Robert Carucci" userId="5be546eb-4763-4194-b93d-35346ec02cb5" providerId="ADAL" clId="{50EBE088-60E8-457E-8699-D7C5121525E4}" dt="2025-03-25T15:24:12.901" v="66" actId="1038"/>
          <ac:cxnSpMkLst>
            <pc:docMk/>
            <pc:sldMk cId="3242726822" sldId="287"/>
            <ac:cxnSpMk id="6" creationId="{0E260A50-7860-AC5B-F3C9-EA300A045CD9}"/>
          </ac:cxnSpMkLst>
        </pc:cxnChg>
      </pc:sldChg>
      <pc:sldChg chg="delSp mod">
        <pc:chgData name="Robert Carucci" userId="5be546eb-4763-4194-b93d-35346ec02cb5" providerId="ADAL" clId="{50EBE088-60E8-457E-8699-D7C5121525E4}" dt="2025-03-25T16:34:43.196" v="168" actId="478"/>
        <pc:sldMkLst>
          <pc:docMk/>
          <pc:sldMk cId="477563929" sldId="288"/>
        </pc:sldMkLst>
        <pc:graphicFrameChg chg="del">
          <ac:chgData name="Robert Carucci" userId="5be546eb-4763-4194-b93d-35346ec02cb5" providerId="ADAL" clId="{50EBE088-60E8-457E-8699-D7C5121525E4}" dt="2025-03-25T16:34:43.196" v="168" actId="478"/>
          <ac:graphicFrameMkLst>
            <pc:docMk/>
            <pc:sldMk cId="477563929" sldId="288"/>
            <ac:graphicFrameMk id="16" creationId="{EAC6C233-F42B-1C42-C5AD-4375DF2CB9CA}"/>
          </ac:graphicFrameMkLst>
        </pc:graphicFrameChg>
      </pc:sldChg>
      <pc:sldChg chg="modSp mod">
        <pc:chgData name="Robert Carucci" userId="5be546eb-4763-4194-b93d-35346ec02cb5" providerId="ADAL" clId="{50EBE088-60E8-457E-8699-D7C5121525E4}" dt="2025-03-25T16:03:28.185" v="111" actId="555"/>
        <pc:sldMkLst>
          <pc:docMk/>
          <pc:sldMk cId="2494822564" sldId="290"/>
        </pc:sldMkLst>
        <pc:picChg chg="mod">
          <ac:chgData name="Robert Carucci" userId="5be546eb-4763-4194-b93d-35346ec02cb5" providerId="ADAL" clId="{50EBE088-60E8-457E-8699-D7C5121525E4}" dt="2025-03-25T16:03:28.185" v="111" actId="555"/>
          <ac:picMkLst>
            <pc:docMk/>
            <pc:sldMk cId="2494822564" sldId="290"/>
            <ac:picMk id="4" creationId="{A7689BE0-9F7B-E1D4-51B8-5053670AB9B9}"/>
          </ac:picMkLst>
        </pc:picChg>
        <pc:picChg chg="mod">
          <ac:chgData name="Robert Carucci" userId="5be546eb-4763-4194-b93d-35346ec02cb5" providerId="ADAL" clId="{50EBE088-60E8-457E-8699-D7C5121525E4}" dt="2025-03-25T16:03:28.185" v="111" actId="555"/>
          <ac:picMkLst>
            <pc:docMk/>
            <pc:sldMk cId="2494822564" sldId="290"/>
            <ac:picMk id="5" creationId="{6C6BDE54-26C7-C607-0A00-B65A2A9B9D07}"/>
          </ac:picMkLst>
        </pc:picChg>
      </pc:sldChg>
    </pc:docChg>
  </pc:docChgLst>
  <pc:docChgLst>
    <pc:chgData name="Robert Carucci" userId="5be546eb-4763-4194-b93d-35346ec02cb5" providerId="ADAL" clId="{9B7A3955-3221-4E14-8C1C-DA478F4FA397}"/>
    <pc:docChg chg="undo custSel modSld">
      <pc:chgData name="Robert Carucci" userId="5be546eb-4763-4194-b93d-35346ec02cb5" providerId="ADAL" clId="{9B7A3955-3221-4E14-8C1C-DA478F4FA397}" dt="2025-03-18T15:51:45.776" v="76" actId="14100"/>
      <pc:docMkLst>
        <pc:docMk/>
      </pc:docMkLst>
      <pc:sldChg chg="addSp delSp modSp mod">
        <pc:chgData name="Robert Carucci" userId="5be546eb-4763-4194-b93d-35346ec02cb5" providerId="ADAL" clId="{9B7A3955-3221-4E14-8C1C-DA478F4FA397}" dt="2025-03-18T15:48:10.147" v="55" actId="408"/>
        <pc:sldMkLst>
          <pc:docMk/>
          <pc:sldMk cId="1185383279" sldId="286"/>
        </pc:sldMkLst>
        <pc:picChg chg="mod">
          <ac:chgData name="Robert Carucci" userId="5be546eb-4763-4194-b93d-35346ec02cb5" providerId="ADAL" clId="{9B7A3955-3221-4E14-8C1C-DA478F4FA397}" dt="2025-03-18T15:12:17.417" v="10" actId="14826"/>
          <ac:picMkLst>
            <pc:docMk/>
            <pc:sldMk cId="1185383279" sldId="286"/>
            <ac:picMk id="4" creationId="{FD80DEB4-F25F-AF9C-0F57-D17F9F834AC4}"/>
          </ac:picMkLst>
        </pc:picChg>
        <pc:picChg chg="add mod">
          <ac:chgData name="Robert Carucci" userId="5be546eb-4763-4194-b93d-35346ec02cb5" providerId="ADAL" clId="{9B7A3955-3221-4E14-8C1C-DA478F4FA397}" dt="2025-03-18T15:48:10.147" v="55" actId="408"/>
          <ac:picMkLst>
            <pc:docMk/>
            <pc:sldMk cId="1185383279" sldId="286"/>
            <ac:picMk id="12" creationId="{E12C8C63-5A26-58DD-A26C-BFC9DE93C4A3}"/>
          </ac:picMkLst>
        </pc:picChg>
        <pc:picChg chg="add mod">
          <ac:chgData name="Robert Carucci" userId="5be546eb-4763-4194-b93d-35346ec02cb5" providerId="ADAL" clId="{9B7A3955-3221-4E14-8C1C-DA478F4FA397}" dt="2025-03-18T15:48:10.147" v="55" actId="408"/>
          <ac:picMkLst>
            <pc:docMk/>
            <pc:sldMk cId="1185383279" sldId="286"/>
            <ac:picMk id="16" creationId="{956DDFCA-F5C3-F0B0-D1CD-38429D1AA727}"/>
          </ac:picMkLst>
        </pc:picChg>
      </pc:sldChg>
      <pc:sldChg chg="addSp delSp modSp mod">
        <pc:chgData name="Robert Carucci" userId="5be546eb-4763-4194-b93d-35346ec02cb5" providerId="ADAL" clId="{9B7A3955-3221-4E14-8C1C-DA478F4FA397}" dt="2025-03-18T15:45:06.499" v="45" actId="14826"/>
        <pc:sldMkLst>
          <pc:docMk/>
          <pc:sldMk cId="3242726822" sldId="287"/>
        </pc:sldMkLst>
        <pc:picChg chg="mod">
          <ac:chgData name="Robert Carucci" userId="5be546eb-4763-4194-b93d-35346ec02cb5" providerId="ADAL" clId="{9B7A3955-3221-4E14-8C1C-DA478F4FA397}" dt="2025-03-18T15:45:06.499" v="45" actId="14826"/>
          <ac:picMkLst>
            <pc:docMk/>
            <pc:sldMk cId="3242726822" sldId="287"/>
            <ac:picMk id="9" creationId="{4739554E-9C37-222C-EC8F-FF56AA575ADA}"/>
          </ac:picMkLst>
        </pc:picChg>
        <pc:picChg chg="add mod">
          <ac:chgData name="Robert Carucci" userId="5be546eb-4763-4194-b93d-35346ec02cb5" providerId="ADAL" clId="{9B7A3955-3221-4E14-8C1C-DA478F4FA397}" dt="2025-03-18T15:36:58.495" v="32" actId="12788"/>
          <ac:picMkLst>
            <pc:docMk/>
            <pc:sldMk cId="3242726822" sldId="287"/>
            <ac:picMk id="16" creationId="{52BA2D27-CFDE-6A39-9C76-AAB65E0B8E46}"/>
          </ac:picMkLst>
        </pc:picChg>
        <pc:picChg chg="add mod">
          <ac:chgData name="Robert Carucci" userId="5be546eb-4763-4194-b93d-35346ec02cb5" providerId="ADAL" clId="{9B7A3955-3221-4E14-8C1C-DA478F4FA397}" dt="2025-03-18T15:38:36.270" v="41" actId="555"/>
          <ac:picMkLst>
            <pc:docMk/>
            <pc:sldMk cId="3242726822" sldId="287"/>
            <ac:picMk id="17" creationId="{D56FB92F-D1AA-43B8-CA4C-B8BA8B6A5343}"/>
          </ac:picMkLst>
        </pc:picChg>
        <pc:picChg chg="mod">
          <ac:chgData name="Robert Carucci" userId="5be546eb-4763-4194-b93d-35346ec02cb5" providerId="ADAL" clId="{9B7A3955-3221-4E14-8C1C-DA478F4FA397}" dt="2025-03-18T15:11:56.312" v="7" actId="14826"/>
          <ac:picMkLst>
            <pc:docMk/>
            <pc:sldMk cId="3242726822" sldId="287"/>
            <ac:picMk id="21" creationId="{D0B87FD0-FEDE-9602-1A19-8B15B5C62FD4}"/>
          </ac:picMkLst>
        </pc:picChg>
      </pc:sldChg>
      <pc:sldChg chg="addSp delSp modSp mod">
        <pc:chgData name="Robert Carucci" userId="5be546eb-4763-4194-b93d-35346ec02cb5" providerId="ADAL" clId="{9B7A3955-3221-4E14-8C1C-DA478F4FA397}" dt="2025-03-18T15:51:45.776" v="76" actId="14100"/>
        <pc:sldMkLst>
          <pc:docMk/>
          <pc:sldMk cId="477563929" sldId="288"/>
        </pc:sldMkLst>
        <pc:spChg chg="mod">
          <ac:chgData name="Robert Carucci" userId="5be546eb-4763-4194-b93d-35346ec02cb5" providerId="ADAL" clId="{9B7A3955-3221-4E14-8C1C-DA478F4FA397}" dt="2025-03-18T15:51:45.776" v="76" actId="14100"/>
          <ac:spMkLst>
            <pc:docMk/>
            <pc:sldMk cId="477563929" sldId="288"/>
            <ac:spMk id="7" creationId="{768E348F-B60D-1A67-9376-9A52FACA991F}"/>
          </ac:spMkLst>
        </pc:spChg>
        <pc:picChg chg="mod">
          <ac:chgData name="Robert Carucci" userId="5be546eb-4763-4194-b93d-35346ec02cb5" providerId="ADAL" clId="{9B7A3955-3221-4E14-8C1C-DA478F4FA397}" dt="2025-03-18T15:12:54.715" v="18" actId="14826"/>
          <ac:picMkLst>
            <pc:docMk/>
            <pc:sldMk cId="477563929" sldId="288"/>
            <ac:picMk id="12" creationId="{70FB4CF8-1731-6A1B-7D93-8737D312F852}"/>
          </ac:picMkLst>
        </pc:picChg>
      </pc:sldChg>
      <pc:sldChg chg="addSp delSp modSp mod">
        <pc:chgData name="Robert Carucci" userId="5be546eb-4763-4194-b93d-35346ec02cb5" providerId="ADAL" clId="{9B7A3955-3221-4E14-8C1C-DA478F4FA397}" dt="2025-03-18T15:50:44.154" v="64" actId="408"/>
        <pc:sldMkLst>
          <pc:docMk/>
          <pc:sldMk cId="3092951088" sldId="289"/>
        </pc:sldMkLst>
        <pc:spChg chg="add mod">
          <ac:chgData name="Robert Carucci" userId="5be546eb-4763-4194-b93d-35346ec02cb5" providerId="ADAL" clId="{9B7A3955-3221-4E14-8C1C-DA478F4FA397}" dt="2025-03-18T15:48:25.912" v="56"/>
          <ac:spMkLst>
            <pc:docMk/>
            <pc:sldMk cId="3092951088" sldId="289"/>
            <ac:spMk id="17" creationId="{B486A577-4BD9-D76E-B64A-5516958E570C}"/>
          </ac:spMkLst>
        </pc:spChg>
        <pc:spChg chg="add mod">
          <ac:chgData name="Robert Carucci" userId="5be546eb-4763-4194-b93d-35346ec02cb5" providerId="ADAL" clId="{9B7A3955-3221-4E14-8C1C-DA478F4FA397}" dt="2025-03-18T15:50:20.476" v="60"/>
          <ac:spMkLst>
            <pc:docMk/>
            <pc:sldMk cId="3092951088" sldId="289"/>
            <ac:spMk id="19" creationId="{74F96331-ECDB-3765-1593-B94ED1CF033C}"/>
          </ac:spMkLst>
        </pc:spChg>
        <pc:picChg chg="mod">
          <ac:chgData name="Robert Carucci" userId="5be546eb-4763-4194-b93d-35346ec02cb5" providerId="ADAL" clId="{9B7A3955-3221-4E14-8C1C-DA478F4FA397}" dt="2025-03-18T15:50:44.154" v="64" actId="408"/>
          <ac:picMkLst>
            <pc:docMk/>
            <pc:sldMk cId="3092951088" sldId="289"/>
            <ac:picMk id="7" creationId="{F6B3C15C-1DDE-DB22-F68E-DF3D0596C88F}"/>
          </ac:picMkLst>
        </pc:picChg>
        <pc:picChg chg="mod">
          <ac:chgData name="Robert Carucci" userId="5be546eb-4763-4194-b93d-35346ec02cb5" providerId="ADAL" clId="{9B7A3955-3221-4E14-8C1C-DA478F4FA397}" dt="2025-03-18T15:50:44.154" v="64" actId="408"/>
          <ac:picMkLst>
            <pc:docMk/>
            <pc:sldMk cId="3092951088" sldId="289"/>
            <ac:picMk id="9" creationId="{4F2F530E-D781-3B8E-9A00-DAD4AFBAB29F}"/>
          </ac:picMkLst>
        </pc:picChg>
        <pc:picChg chg="mod">
          <ac:chgData name="Robert Carucci" userId="5be546eb-4763-4194-b93d-35346ec02cb5" providerId="ADAL" clId="{9B7A3955-3221-4E14-8C1C-DA478F4FA397}" dt="2025-03-18T15:12:37.778" v="15" actId="14826"/>
          <ac:picMkLst>
            <pc:docMk/>
            <pc:sldMk cId="3092951088" sldId="289"/>
            <ac:picMk id="10" creationId="{535F5F85-C538-D984-3D10-CF520A9B4407}"/>
          </ac:picMkLst>
        </pc:picChg>
      </pc:sldChg>
      <pc:sldChg chg="addSp delSp modSp mod">
        <pc:chgData name="Robert Carucci" userId="5be546eb-4763-4194-b93d-35346ec02cb5" providerId="ADAL" clId="{9B7A3955-3221-4E14-8C1C-DA478F4FA397}" dt="2025-03-18T15:31:58.315" v="22" actId="14826"/>
        <pc:sldMkLst>
          <pc:docMk/>
          <pc:sldMk cId="2494822564" sldId="290"/>
        </pc:sldMkLst>
        <pc:picChg chg="mod">
          <ac:chgData name="Robert Carucci" userId="5be546eb-4763-4194-b93d-35346ec02cb5" providerId="ADAL" clId="{9B7A3955-3221-4E14-8C1C-DA478F4FA397}" dt="2025-03-18T15:31:58.315" v="22" actId="14826"/>
          <ac:picMkLst>
            <pc:docMk/>
            <pc:sldMk cId="2494822564" sldId="290"/>
            <ac:picMk id="5" creationId="{6C6BDE54-26C7-C607-0A00-B65A2A9B9D07}"/>
          </ac:picMkLst>
        </pc:picChg>
        <pc:picChg chg="mod">
          <ac:chgData name="Robert Carucci" userId="5be546eb-4763-4194-b93d-35346ec02cb5" providerId="ADAL" clId="{9B7A3955-3221-4E14-8C1C-DA478F4FA397}" dt="2025-03-18T15:11:29.717" v="4" actId="14826"/>
          <ac:picMkLst>
            <pc:docMk/>
            <pc:sldMk cId="2494822564" sldId="290"/>
            <ac:picMk id="16" creationId="{49AE32CB-754D-5033-1352-3B899A22C0B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243" y="1242134"/>
            <a:ext cx="9092089" cy="2642388"/>
          </a:xfrm>
        </p:spPr>
        <p:txBody>
          <a:bodyPr anchor="b"/>
          <a:lstStyle>
            <a:lvl1pPr algn="ctr"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7072" y="3986423"/>
            <a:ext cx="8022431" cy="1832453"/>
          </a:xfrm>
        </p:spPr>
        <p:txBody>
          <a:bodyPr/>
          <a:lstStyle>
            <a:lvl1pPr marL="0" indent="0" algn="ctr">
              <a:buNone/>
              <a:defRPr sz="2656"/>
            </a:lvl1pPr>
            <a:lvl2pPr marL="505983" indent="0" algn="ctr">
              <a:buNone/>
              <a:defRPr sz="2213"/>
            </a:lvl2pPr>
            <a:lvl3pPr marL="1011966" indent="0" algn="ctr">
              <a:buNone/>
              <a:defRPr sz="1992"/>
            </a:lvl3pPr>
            <a:lvl4pPr marL="1517950" indent="0" algn="ctr">
              <a:buNone/>
              <a:defRPr sz="1771"/>
            </a:lvl4pPr>
            <a:lvl5pPr marL="2023933" indent="0" algn="ctr">
              <a:buNone/>
              <a:defRPr sz="1771"/>
            </a:lvl5pPr>
            <a:lvl6pPr marL="2529916" indent="0" algn="ctr">
              <a:buNone/>
              <a:defRPr sz="1771"/>
            </a:lvl6pPr>
            <a:lvl7pPr marL="3035899" indent="0" algn="ctr">
              <a:buNone/>
              <a:defRPr sz="1771"/>
            </a:lvl7pPr>
            <a:lvl8pPr marL="3541883" indent="0" algn="ctr">
              <a:buNone/>
              <a:defRPr sz="1771"/>
            </a:lvl8pPr>
            <a:lvl9pPr marL="4047866" indent="0" algn="ctr">
              <a:buNone/>
              <a:defRPr sz="177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5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2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819" y="1892191"/>
            <a:ext cx="9225796" cy="3157161"/>
          </a:xfrm>
        </p:spPr>
        <p:txBody>
          <a:bodyPr anchor="b"/>
          <a:lstStyle>
            <a:lvl1pPr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819" y="5079220"/>
            <a:ext cx="9225796" cy="1660277"/>
          </a:xfrm>
        </p:spPr>
        <p:txBody>
          <a:bodyPr/>
          <a:lstStyle>
            <a:lvl1pPr marL="0" indent="0">
              <a:buNone/>
              <a:defRPr sz="2656">
                <a:solidFill>
                  <a:schemeClr val="tx1">
                    <a:tint val="82000"/>
                  </a:schemeClr>
                </a:solidFill>
              </a:defRPr>
            </a:lvl1pPr>
            <a:lvl2pPr marL="505983" indent="0">
              <a:buNone/>
              <a:defRPr sz="2213">
                <a:solidFill>
                  <a:schemeClr val="tx1">
                    <a:tint val="82000"/>
                  </a:schemeClr>
                </a:solidFill>
              </a:defRPr>
            </a:lvl2pPr>
            <a:lvl3pPr marL="1011966" indent="0">
              <a:buNone/>
              <a:defRPr sz="1992">
                <a:solidFill>
                  <a:schemeClr val="tx1">
                    <a:tint val="82000"/>
                  </a:schemeClr>
                </a:solidFill>
              </a:defRPr>
            </a:lvl3pPr>
            <a:lvl4pPr marL="1517950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4pPr>
            <a:lvl5pPr marL="202393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5pPr>
            <a:lvl6pPr marL="252991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6pPr>
            <a:lvl7pPr marL="3035899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7pPr>
            <a:lvl8pPr marL="354188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8pPr>
            <a:lvl9pPr marL="404786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5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390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5141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4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404090"/>
            <a:ext cx="9225796" cy="14670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784" y="1860565"/>
            <a:ext cx="4525152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784" y="2772399"/>
            <a:ext cx="4525152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141" y="1860565"/>
            <a:ext cx="4547438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5141" y="2772399"/>
            <a:ext cx="4547438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1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81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5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7438" y="1092798"/>
            <a:ext cx="5415141" cy="5393704"/>
          </a:xfrm>
        </p:spPr>
        <p:txBody>
          <a:bodyPr/>
          <a:lstStyle>
            <a:lvl1pPr>
              <a:defRPr sz="3541"/>
            </a:lvl1pPr>
            <a:lvl2pPr>
              <a:defRPr sz="3099"/>
            </a:lvl2pPr>
            <a:lvl3pPr>
              <a:defRPr sz="2656"/>
            </a:lvl3pPr>
            <a:lvl4pPr>
              <a:defRPr sz="2213"/>
            </a:lvl4pPr>
            <a:lvl5pPr>
              <a:defRPr sz="2213"/>
            </a:lvl5pPr>
            <a:lvl6pPr>
              <a:defRPr sz="2213"/>
            </a:lvl6pPr>
            <a:lvl7pPr>
              <a:defRPr sz="2213"/>
            </a:lvl7pPr>
            <a:lvl8pPr>
              <a:defRPr sz="2213"/>
            </a:lvl8pPr>
            <a:lvl9pPr>
              <a:defRPr sz="22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4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7438" y="1092798"/>
            <a:ext cx="5415141" cy="5393704"/>
          </a:xfrm>
        </p:spPr>
        <p:txBody>
          <a:bodyPr anchor="t"/>
          <a:lstStyle>
            <a:lvl1pPr marL="0" indent="0">
              <a:buNone/>
              <a:defRPr sz="3541"/>
            </a:lvl1pPr>
            <a:lvl2pPr marL="505983" indent="0">
              <a:buNone/>
              <a:defRPr sz="3099"/>
            </a:lvl2pPr>
            <a:lvl3pPr marL="1011966" indent="0">
              <a:buNone/>
              <a:defRPr sz="2656"/>
            </a:lvl3pPr>
            <a:lvl4pPr marL="1517950" indent="0">
              <a:buNone/>
              <a:defRPr sz="2213"/>
            </a:lvl4pPr>
            <a:lvl5pPr marL="2023933" indent="0">
              <a:buNone/>
              <a:defRPr sz="2213"/>
            </a:lvl5pPr>
            <a:lvl6pPr marL="2529916" indent="0">
              <a:buNone/>
              <a:defRPr sz="2213"/>
            </a:lvl6pPr>
            <a:lvl7pPr marL="3035899" indent="0">
              <a:buNone/>
              <a:defRPr sz="2213"/>
            </a:lvl7pPr>
            <a:lvl8pPr marL="3541883" indent="0">
              <a:buNone/>
              <a:defRPr sz="2213"/>
            </a:lvl8pPr>
            <a:lvl9pPr marL="4047866" indent="0">
              <a:buNone/>
              <a:defRPr sz="22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22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4737" y="404089"/>
            <a:ext cx="2306449" cy="6432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390" y="404089"/>
            <a:ext cx="6785640" cy="6432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7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390" y="404090"/>
            <a:ext cx="9225796" cy="1467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390" y="2020443"/>
            <a:ext cx="9225796" cy="48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2A3C1-395D-48C2-A2EA-C25AE9301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6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11966" rtl="0" eaLnBrk="1" latinLnBrk="0" hangingPunct="1">
        <a:lnSpc>
          <a:spcPct val="90000"/>
        </a:lnSpc>
        <a:spcBef>
          <a:spcPct val="0"/>
        </a:spcBef>
        <a:buNone/>
        <a:defRPr sz="48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992" indent="-252992" algn="l" defTabSz="1011966" rtl="0" eaLnBrk="1" latinLnBrk="0" hangingPunct="1">
        <a:lnSpc>
          <a:spcPct val="90000"/>
        </a:lnSpc>
        <a:spcBef>
          <a:spcPts val="1107"/>
        </a:spcBef>
        <a:buFont typeface="Arial" panose="020B0604020202020204" pitchFamily="34" charset="0"/>
        <a:buChar char="•"/>
        <a:defRPr sz="3099" kern="1200">
          <a:solidFill>
            <a:schemeClr val="tx1"/>
          </a:solidFill>
          <a:latin typeface="+mn-lt"/>
          <a:ea typeface="+mn-ea"/>
          <a:cs typeface="+mn-cs"/>
        </a:defRPr>
      </a:lvl1pPr>
      <a:lvl2pPr marL="75897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656" kern="1200">
          <a:solidFill>
            <a:schemeClr val="tx1"/>
          </a:solidFill>
          <a:latin typeface="+mn-lt"/>
          <a:ea typeface="+mn-ea"/>
          <a:cs typeface="+mn-cs"/>
        </a:defRPr>
      </a:lvl2pPr>
      <a:lvl3pPr marL="12649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213" kern="1200">
          <a:solidFill>
            <a:schemeClr val="tx1"/>
          </a:solidFill>
          <a:latin typeface="+mn-lt"/>
          <a:ea typeface="+mn-ea"/>
          <a:cs typeface="+mn-cs"/>
        </a:defRPr>
      </a:lvl3pPr>
      <a:lvl4pPr marL="177094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27692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78290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28889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794874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3008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1pPr>
      <a:lvl2pPr marL="5059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2pPr>
      <a:lvl3pPr marL="10119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3pPr>
      <a:lvl4pPr marL="151795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02393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52991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035899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5418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0478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Excel_Worksheet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364EE-2FC0-6A19-E9A9-AC8551F08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CDB7A49-3C25-838B-9107-11D082B65D92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6B7F3-2145-C6B3-DF80-3E076D6BB1EB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6501FC-7592-F9E5-9F6D-E6F2D4D26110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73C10D28-A047-267D-7384-D247A89B9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F82571-9D52-1DC6-F7F0-7540D01EE1F7}"/>
              </a:ext>
            </a:extLst>
          </p:cNvPr>
          <p:cNvCxnSpPr>
            <a:cxnSpLocks/>
          </p:cNvCxnSpPr>
          <p:nvPr/>
        </p:nvCxnSpPr>
        <p:spPr>
          <a:xfrm>
            <a:off x="5238016" y="1333386"/>
            <a:ext cx="52169" cy="345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BE1B77-A6DA-A5FB-91D3-2FD61BA43DAC}"/>
              </a:ext>
            </a:extLst>
          </p:cNvPr>
          <p:cNvCxnSpPr>
            <a:cxnSpLocks/>
          </p:cNvCxnSpPr>
          <p:nvPr/>
        </p:nvCxnSpPr>
        <p:spPr>
          <a:xfrm flipH="1">
            <a:off x="326571" y="478770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5755EC4-A96C-ACEA-F23F-A193E0A3056F}"/>
              </a:ext>
            </a:extLst>
          </p:cNvPr>
          <p:cNvSpPr txBox="1"/>
          <p:nvPr/>
        </p:nvSpPr>
        <p:spPr>
          <a:xfrm>
            <a:off x="363542" y="2699449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BD0CE6-B2E8-874F-416D-1FEC87D1811E}"/>
              </a:ext>
            </a:extLst>
          </p:cNvPr>
          <p:cNvSpPr txBox="1"/>
          <p:nvPr/>
        </p:nvSpPr>
        <p:spPr>
          <a:xfrm>
            <a:off x="4624346" y="926602"/>
            <a:ext cx="5915646" cy="404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018133-3213-7B4C-0014-5674C05D2A5E}"/>
              </a:ext>
            </a:extLst>
          </p:cNvPr>
          <p:cNvSpPr txBox="1"/>
          <p:nvPr/>
        </p:nvSpPr>
        <p:spPr>
          <a:xfrm>
            <a:off x="326571" y="924578"/>
            <a:ext cx="3975315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Crime</a:t>
            </a:r>
            <a:r>
              <a:rPr lang="en-US" sz="2000" b="1" u="sng" dirty="0">
                <a:latin typeface="Aptos ExtraBold" panose="020B0004020202020204" pitchFamily="34" charset="0"/>
              </a:rPr>
              <a:t>/</a:t>
            </a:r>
            <a:r>
              <a:rPr lang="en-US" sz="1800" b="1" u="sng" dirty="0">
                <a:latin typeface="Aptos ExtraBold" panose="020B0004020202020204" pitchFamily="34" charset="0"/>
              </a:rPr>
              <a:t>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B3EE9F-3DFE-115C-A301-71BFC59EB4A6}"/>
              </a:ext>
            </a:extLst>
          </p:cNvPr>
          <p:cNvSpPr txBox="1"/>
          <p:nvPr/>
        </p:nvSpPr>
        <p:spPr>
          <a:xfrm>
            <a:off x="363542" y="1410553"/>
            <a:ext cx="3814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Residential and Commercial Burglaries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689BE0-9F7B-E1D4-51B8-5053670AB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48664" y="5868894"/>
            <a:ext cx="4376290" cy="11521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6BDE54-26C7-C607-0A00-B65A2A9B9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946" y="6102536"/>
            <a:ext cx="3046741" cy="9185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DE9CDE-11DD-0B3C-8712-37935114FF7F}"/>
              </a:ext>
            </a:extLst>
          </p:cNvPr>
          <p:cNvSpPr txBox="1"/>
          <p:nvPr/>
        </p:nvSpPr>
        <p:spPr>
          <a:xfrm>
            <a:off x="480060" y="3068781"/>
            <a:ext cx="3697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N/A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AE32CB-754D-5033-1352-3B899A22C0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66133" y="1527285"/>
            <a:ext cx="4213910" cy="325605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9E3D342-22E4-C50D-BFF5-0C9D9BD2B6E7}"/>
              </a:ext>
            </a:extLst>
          </p:cNvPr>
          <p:cNvSpPr txBox="1"/>
          <p:nvPr/>
        </p:nvSpPr>
        <p:spPr>
          <a:xfrm>
            <a:off x="144040" y="4830466"/>
            <a:ext cx="2375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Incidents occurred in the previous 7 days.</a:t>
            </a:r>
          </a:p>
        </p:txBody>
      </p:sp>
    </p:spTree>
    <p:extLst>
      <p:ext uri="{BB962C8B-B14F-4D97-AF65-F5344CB8AC3E}">
        <p14:creationId xmlns:p14="http://schemas.microsoft.com/office/powerpoint/2010/main" val="2494822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14F3-4676-70F6-49CD-AB44ADB16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3DCE0CE-50FD-F67A-AB1B-2EB072206E35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AFCFB2C-8C40-1A13-39E4-40D3F2797BB3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24B148-327A-F734-5047-BDCCF9DFDC41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2897858-D654-17A8-5A50-94E426C2E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E260A50-7860-AC5B-F3C9-EA300A045CD9}"/>
              </a:ext>
            </a:extLst>
          </p:cNvPr>
          <p:cNvCxnSpPr>
            <a:cxnSpLocks/>
          </p:cNvCxnSpPr>
          <p:nvPr/>
        </p:nvCxnSpPr>
        <p:spPr>
          <a:xfrm>
            <a:off x="5952136" y="1333386"/>
            <a:ext cx="52169" cy="345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B0AF47-4BE3-53C2-FFDE-A8D3DD0820FF}"/>
              </a:ext>
            </a:extLst>
          </p:cNvPr>
          <p:cNvCxnSpPr>
            <a:cxnSpLocks/>
          </p:cNvCxnSpPr>
          <p:nvPr/>
        </p:nvCxnSpPr>
        <p:spPr>
          <a:xfrm flipH="1">
            <a:off x="326571" y="478770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C18280-889F-F719-F309-76204AA327DD}"/>
              </a:ext>
            </a:extLst>
          </p:cNvPr>
          <p:cNvSpPr txBox="1"/>
          <p:nvPr/>
        </p:nvSpPr>
        <p:spPr>
          <a:xfrm>
            <a:off x="345055" y="2381786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7B605C-3103-6086-8D7E-F5321A751EBF}"/>
              </a:ext>
            </a:extLst>
          </p:cNvPr>
          <p:cNvSpPr txBox="1"/>
          <p:nvPr/>
        </p:nvSpPr>
        <p:spPr>
          <a:xfrm>
            <a:off x="4624346" y="924578"/>
            <a:ext cx="5915646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844371-A58D-76FF-8BB7-36FF3F902AA0}"/>
              </a:ext>
            </a:extLst>
          </p:cNvPr>
          <p:cNvSpPr txBox="1"/>
          <p:nvPr/>
        </p:nvSpPr>
        <p:spPr>
          <a:xfrm>
            <a:off x="326571" y="924578"/>
            <a:ext cx="3975315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Crime</a:t>
            </a:r>
            <a:r>
              <a:rPr lang="en-US" sz="2000" b="1" u="sng" dirty="0">
                <a:latin typeface="Aptos ExtraBold" panose="020B0004020202020204" pitchFamily="34" charset="0"/>
              </a:rPr>
              <a:t>/</a:t>
            </a:r>
            <a:r>
              <a:rPr lang="en-US" sz="1800" b="1" u="sng" dirty="0">
                <a:latin typeface="Aptos ExtraBold" panose="020B0004020202020204" pitchFamily="34" charset="0"/>
              </a:rPr>
              <a:t>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70DD7-F6C8-3576-23A6-EAB31FB526E5}"/>
              </a:ext>
            </a:extLst>
          </p:cNvPr>
          <p:cNvSpPr txBox="1"/>
          <p:nvPr/>
        </p:nvSpPr>
        <p:spPr>
          <a:xfrm>
            <a:off x="363542" y="1410553"/>
            <a:ext cx="3814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Motor Vehicle Burglary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B87FD0-FEDE-9602-1A19-8B15B5C62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5838" y="1336597"/>
            <a:ext cx="4340471" cy="33538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39554E-9C37-222C-EC8F-FF56AA575A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571" y="2808335"/>
            <a:ext cx="5530648" cy="6352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2BA2D27-CFDE-6A39-9C76-AAB65E0B8E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627" y="5626166"/>
            <a:ext cx="2682389" cy="1371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56FB92F-D1AA-43B8-CA4C-B8BA8B6A53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39643" y="5626166"/>
            <a:ext cx="4928304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726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BB04-F248-4FAB-FA0C-98EB1305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8B13CCC-7996-AEE2-018C-9324732FBF0E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77E357E-7DFC-1F55-7676-6731770AFC0C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B4911E-DF42-F300-6AB3-E5784AE55F2E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78E3416-C686-FDF0-8A3E-CD856CD99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F1E475-552D-A49B-CD52-9D05258B07D1}"/>
              </a:ext>
            </a:extLst>
          </p:cNvPr>
          <p:cNvCxnSpPr>
            <a:cxnSpLocks/>
          </p:cNvCxnSpPr>
          <p:nvPr/>
        </p:nvCxnSpPr>
        <p:spPr>
          <a:xfrm>
            <a:off x="5955356" y="1333386"/>
            <a:ext cx="52169" cy="345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9F8DE2-A8D5-629F-28CC-BD9F02AA4D95}"/>
              </a:ext>
            </a:extLst>
          </p:cNvPr>
          <p:cNvCxnSpPr>
            <a:cxnSpLocks/>
          </p:cNvCxnSpPr>
          <p:nvPr/>
        </p:nvCxnSpPr>
        <p:spPr>
          <a:xfrm flipH="1">
            <a:off x="326571" y="478770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E4D2F0-48AC-1E78-A65A-1C25D0D7E5D5}"/>
              </a:ext>
            </a:extLst>
          </p:cNvPr>
          <p:cNvSpPr txBox="1"/>
          <p:nvPr/>
        </p:nvSpPr>
        <p:spPr>
          <a:xfrm>
            <a:off x="363542" y="2493709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AE88AE-869C-FA22-49F8-067524BBED0D}"/>
              </a:ext>
            </a:extLst>
          </p:cNvPr>
          <p:cNvSpPr txBox="1"/>
          <p:nvPr/>
        </p:nvSpPr>
        <p:spPr>
          <a:xfrm>
            <a:off x="4624346" y="924578"/>
            <a:ext cx="5915646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372149-D1C9-3123-CF94-1C31661822F8}"/>
              </a:ext>
            </a:extLst>
          </p:cNvPr>
          <p:cNvSpPr txBox="1"/>
          <p:nvPr/>
        </p:nvSpPr>
        <p:spPr>
          <a:xfrm>
            <a:off x="326571" y="924578"/>
            <a:ext cx="3975315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Crime</a:t>
            </a:r>
            <a:r>
              <a:rPr lang="en-US" sz="2000" b="1" u="sng" dirty="0">
                <a:latin typeface="Aptos ExtraBold" panose="020B0004020202020204" pitchFamily="34" charset="0"/>
              </a:rPr>
              <a:t>/</a:t>
            </a:r>
            <a:r>
              <a:rPr lang="en-US" sz="1800" b="1" u="sng" dirty="0">
                <a:latin typeface="Aptos ExtraBold" panose="020B0004020202020204" pitchFamily="34" charset="0"/>
              </a:rPr>
              <a:t>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413AF-7BDC-95C3-D7E3-FFEA18782840}"/>
              </a:ext>
            </a:extLst>
          </p:cNvPr>
          <p:cNvSpPr txBox="1"/>
          <p:nvPr/>
        </p:nvSpPr>
        <p:spPr>
          <a:xfrm>
            <a:off x="363542" y="1410553"/>
            <a:ext cx="3814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Motor Vehicle Theft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80DEB4-F25F-AF9C-0F57-D17F9F834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9840" y="1411602"/>
            <a:ext cx="4201925" cy="32467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2C8C63-5A26-58DD-A26C-BFC9DE93C4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556" y="6235041"/>
            <a:ext cx="2878884" cy="9024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6DDFCA-F5C3-F0B0-D1CD-38429D1AA7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29996" y="5516530"/>
            <a:ext cx="3841024" cy="16209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1D4373-6D77-306F-2FDF-C024D986BB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714" y="3037096"/>
            <a:ext cx="5616001" cy="63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8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FD5B7-8BB2-2C08-1080-0D8F3412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9D7B2A-8490-3792-53DD-E3807BBC4932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62B80E8-BD0C-47E7-6A7B-8629450091C7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65EC36B-9308-E31C-D891-60103F672B2B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4154491B-4DF9-DE5E-3B4C-C34DAB8A8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CEA663-E11E-55DA-4135-A1DAA86377F3}"/>
              </a:ext>
            </a:extLst>
          </p:cNvPr>
          <p:cNvCxnSpPr>
            <a:cxnSpLocks/>
          </p:cNvCxnSpPr>
          <p:nvPr/>
        </p:nvCxnSpPr>
        <p:spPr>
          <a:xfrm>
            <a:off x="6201885" y="1168286"/>
            <a:ext cx="52169" cy="345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076C33-779E-E933-3967-6500DFE0B658}"/>
              </a:ext>
            </a:extLst>
          </p:cNvPr>
          <p:cNvSpPr txBox="1"/>
          <p:nvPr/>
        </p:nvSpPr>
        <p:spPr>
          <a:xfrm>
            <a:off x="283079" y="2255037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B087F3-8231-4D83-7E45-A48EC15A50C8}"/>
              </a:ext>
            </a:extLst>
          </p:cNvPr>
          <p:cNvSpPr txBox="1"/>
          <p:nvPr/>
        </p:nvSpPr>
        <p:spPr>
          <a:xfrm>
            <a:off x="4624346" y="924578"/>
            <a:ext cx="5915646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DC1C02-44C4-4D51-D708-172C2CE07F47}"/>
              </a:ext>
            </a:extLst>
          </p:cNvPr>
          <p:cNvSpPr txBox="1"/>
          <p:nvPr/>
        </p:nvSpPr>
        <p:spPr>
          <a:xfrm>
            <a:off x="326571" y="924578"/>
            <a:ext cx="3975315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Crime</a:t>
            </a:r>
            <a:r>
              <a:rPr lang="en-US" sz="2000" b="1" u="sng" dirty="0">
                <a:latin typeface="Aptos ExtraBold" panose="020B0004020202020204" pitchFamily="34" charset="0"/>
              </a:rPr>
              <a:t>/</a:t>
            </a:r>
            <a:r>
              <a:rPr lang="en-US" sz="1800" b="1" u="sng" dirty="0">
                <a:latin typeface="Aptos ExtraBold" panose="020B0004020202020204" pitchFamily="34" charset="0"/>
              </a:rPr>
              <a:t>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EE03D-98B1-2618-B649-C491D80E2678}"/>
              </a:ext>
            </a:extLst>
          </p:cNvPr>
          <p:cNvSpPr txBox="1"/>
          <p:nvPr/>
        </p:nvSpPr>
        <p:spPr>
          <a:xfrm>
            <a:off x="363542" y="1410553"/>
            <a:ext cx="3814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Robbery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1FF38E-EC5C-8558-E436-563152656EB6}"/>
              </a:ext>
            </a:extLst>
          </p:cNvPr>
          <p:cNvCxnSpPr>
            <a:cxnSpLocks/>
          </p:cNvCxnSpPr>
          <p:nvPr/>
        </p:nvCxnSpPr>
        <p:spPr>
          <a:xfrm flipH="1">
            <a:off x="326571" y="462260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35F5F85-C538-D984-3D10-CF520A9B4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13195" y="1465185"/>
            <a:ext cx="4000298" cy="30909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B3C15C-1DDE-DB22-F68E-DF3D0596C8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33062" y="6135883"/>
            <a:ext cx="4770958" cy="11545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2F530E-D781-3B8E-9A00-DAD4AFBAB2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2556" y="6546014"/>
            <a:ext cx="2647950" cy="74444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486A577-4BD9-D76E-B64A-5516958E570C}"/>
              </a:ext>
            </a:extLst>
          </p:cNvPr>
          <p:cNvSpPr txBox="1"/>
          <p:nvPr/>
        </p:nvSpPr>
        <p:spPr>
          <a:xfrm>
            <a:off x="363542" y="2776953"/>
            <a:ext cx="3697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N/A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F96331-ECDB-3765-1593-B94ED1CF033C}"/>
              </a:ext>
            </a:extLst>
          </p:cNvPr>
          <p:cNvSpPr txBox="1"/>
          <p:nvPr/>
        </p:nvSpPr>
        <p:spPr>
          <a:xfrm>
            <a:off x="383314" y="4792803"/>
            <a:ext cx="1920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Incidents occurred in the previous 7 days.</a:t>
            </a:r>
          </a:p>
        </p:txBody>
      </p:sp>
    </p:spTree>
    <p:extLst>
      <p:ext uri="{BB962C8B-B14F-4D97-AF65-F5344CB8AC3E}">
        <p14:creationId xmlns:p14="http://schemas.microsoft.com/office/powerpoint/2010/main" val="309295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61A2E-B6E0-2E08-A8A1-F3BD4B5C7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D963094-3E7C-0149-5B21-6D3D998A0709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26E1D0-2DD7-B7AE-4B23-2A7DF8AC0325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EA68C91-F7C1-9115-DC5F-D681C1DB668B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307665D-8A8B-354B-3B9A-BCC810827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746E7B-9A1A-0787-60D4-C3FC6DA9EBC0}"/>
              </a:ext>
            </a:extLst>
          </p:cNvPr>
          <p:cNvCxnSpPr>
            <a:cxnSpLocks/>
          </p:cNvCxnSpPr>
          <p:nvPr/>
        </p:nvCxnSpPr>
        <p:spPr>
          <a:xfrm>
            <a:off x="4942106" y="1263536"/>
            <a:ext cx="52169" cy="345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46A8A9-50AF-805C-785A-772E8194677A}"/>
              </a:ext>
            </a:extLst>
          </p:cNvPr>
          <p:cNvCxnSpPr>
            <a:cxnSpLocks/>
          </p:cNvCxnSpPr>
          <p:nvPr/>
        </p:nvCxnSpPr>
        <p:spPr>
          <a:xfrm flipH="1">
            <a:off x="326571" y="471785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5DFEEA4-8196-664A-FF30-814A8A0A4171}"/>
              </a:ext>
            </a:extLst>
          </p:cNvPr>
          <p:cNvSpPr txBox="1"/>
          <p:nvPr/>
        </p:nvSpPr>
        <p:spPr>
          <a:xfrm>
            <a:off x="363542" y="2699449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30FE23-687D-A9F6-3815-5CD122A5D2A8}"/>
              </a:ext>
            </a:extLst>
          </p:cNvPr>
          <p:cNvSpPr txBox="1"/>
          <p:nvPr/>
        </p:nvSpPr>
        <p:spPr>
          <a:xfrm>
            <a:off x="4427995" y="924578"/>
            <a:ext cx="6111997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D2AF7A-C9D8-4567-217D-966067872414}"/>
              </a:ext>
            </a:extLst>
          </p:cNvPr>
          <p:cNvSpPr txBox="1"/>
          <p:nvPr/>
        </p:nvSpPr>
        <p:spPr>
          <a:xfrm>
            <a:off x="326571" y="924578"/>
            <a:ext cx="3975315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Crime</a:t>
            </a:r>
            <a:r>
              <a:rPr lang="en-US" sz="2000" b="1" u="sng" dirty="0">
                <a:latin typeface="Aptos ExtraBold" panose="020B0004020202020204" pitchFamily="34" charset="0"/>
              </a:rPr>
              <a:t>/</a:t>
            </a:r>
            <a:r>
              <a:rPr lang="en-US" sz="1800" b="1" u="sng" dirty="0">
                <a:latin typeface="Aptos ExtraBold" panose="020B0004020202020204" pitchFamily="34" charset="0"/>
              </a:rPr>
              <a:t>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B63965-D5CA-2549-2701-0EC597466C2F}"/>
              </a:ext>
            </a:extLst>
          </p:cNvPr>
          <p:cNvSpPr txBox="1"/>
          <p:nvPr/>
        </p:nvSpPr>
        <p:spPr>
          <a:xfrm>
            <a:off x="363542" y="1410553"/>
            <a:ext cx="3814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Sexual Offenses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967F0-FC90-6FE0-748F-BD5E85EC3F59}"/>
              </a:ext>
            </a:extLst>
          </p:cNvPr>
          <p:cNvSpPr txBox="1"/>
          <p:nvPr/>
        </p:nvSpPr>
        <p:spPr>
          <a:xfrm>
            <a:off x="363542" y="3180153"/>
            <a:ext cx="3697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N/A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FB4CF8-1731-6A1B-7D93-8737D312F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26742" y="1269806"/>
            <a:ext cx="4313727" cy="3333182"/>
          </a:xfrm>
          <a:prstGeom prst="rect">
            <a:avLst/>
          </a:prstGeom>
        </p:spPr>
      </p:pic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7D8D6E3-3890-D3BD-D415-655781EA67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8974575"/>
              </p:ext>
            </p:extLst>
          </p:nvPr>
        </p:nvGraphicFramePr>
        <p:xfrm>
          <a:off x="5795010" y="5866202"/>
          <a:ext cx="4656222" cy="1434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657600" imgH="1127550" progId="Excel.Sheet.12">
                  <p:embed/>
                </p:oleObj>
              </mc:Choice>
              <mc:Fallback>
                <p:oleObj name="Worksheet" r:id="rId4" imgW="3657600" imgH="1127550" progId="Excel.Sheet.12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E7D8D6E3-3890-D3BD-D415-655781EA67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95010" y="5866202"/>
                        <a:ext cx="4656222" cy="1434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68E348F-B60D-1A67-9376-9A52FACA991F}"/>
              </a:ext>
            </a:extLst>
          </p:cNvPr>
          <p:cNvSpPr txBox="1"/>
          <p:nvPr/>
        </p:nvSpPr>
        <p:spPr>
          <a:xfrm>
            <a:off x="217714" y="4684803"/>
            <a:ext cx="2316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Incidents occurred in the previous 7 days or 28 days.</a:t>
            </a:r>
          </a:p>
        </p:txBody>
      </p:sp>
    </p:spTree>
    <p:extLst>
      <p:ext uri="{BB962C8B-B14F-4D97-AF65-F5344CB8AC3E}">
        <p14:creationId xmlns:p14="http://schemas.microsoft.com/office/powerpoint/2010/main" val="477563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1505</TotalTime>
  <Words>147</Words>
  <Application>Microsoft Office PowerPoint</Application>
  <PresentationFormat>Custom</PresentationFormat>
  <Paragraphs>36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Aptos ExtraBold</vt:lpstr>
      <vt:lpstr>Arial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Carucci</dc:creator>
  <cp:lastModifiedBy>Robert Carucci</cp:lastModifiedBy>
  <cp:revision>25</cp:revision>
  <cp:lastPrinted>2024-03-13T21:12:29Z</cp:lastPrinted>
  <dcterms:created xsi:type="dcterms:W3CDTF">2024-03-08T16:09:34Z</dcterms:created>
  <dcterms:modified xsi:type="dcterms:W3CDTF">2025-03-25T17:39:15Z</dcterms:modified>
</cp:coreProperties>
</file>