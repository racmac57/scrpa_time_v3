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90" r:id="rId2"/>
    <p:sldId id="287" r:id="rId3"/>
    <p:sldId id="286" r:id="rId4"/>
    <p:sldId id="289" r:id="rId5"/>
    <p:sldId id="288" r:id="rId6"/>
  </p:sldIdLst>
  <p:sldSz cx="10696575" cy="7589838"/>
  <p:notesSz cx="7010400" cy="9296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67" userDrawn="1">
          <p15:clr>
            <a:srgbClr val="A4A3A4"/>
          </p15:clr>
        </p15:guide>
        <p15:guide id="2" pos="339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6B82020-BD2F-8054-82C3-A14D9833D7A1}" name="Robert Carucci" initials="RC" userId="S::rcarucci@hackensackpd.org::5be546eb-4763-4194-b93d-35346ec02cb5" providerId="AD"/>
  <p188:author id="{614EE433-4CD8-D6C9-71EC-C019CC5DD367}" name="Ray Guidetti" initials="" userId="S::rguidetti@hackensack.org::9cdb527b-782c-4e10-85bc-d9af381ffb4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6A0F9"/>
    <a:srgbClr val="E0404C"/>
    <a:srgbClr val="05EDFE"/>
    <a:srgbClr val="36105B"/>
    <a:srgbClr val="D100D0"/>
    <a:srgbClr val="020D56"/>
    <a:srgbClr val="00EBFF"/>
    <a:srgbClr val="023F93"/>
    <a:srgbClr val="9ADBFE"/>
    <a:srgbClr val="513E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130" d="100"/>
          <a:sy n="130" d="100"/>
        </p:scale>
        <p:origin x="1482" y="120"/>
      </p:cViewPr>
      <p:guideLst>
        <p:guide orient="horz" pos="2367"/>
        <p:guide pos="339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8/10/relationships/authors" Target="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bert Carucci" userId="5be546eb-4763-4194-b93d-35346ec02cb5" providerId="ADAL" clId="{848769DD-27B0-434D-8C19-CEC6EC8C2764}"/>
    <pc:docChg chg="undo custSel modSld">
      <pc:chgData name="Robert Carucci" userId="5be546eb-4763-4194-b93d-35346ec02cb5" providerId="ADAL" clId="{848769DD-27B0-434D-8C19-CEC6EC8C2764}" dt="2025-03-04T06:37:07.781" v="155" actId="14100"/>
      <pc:docMkLst>
        <pc:docMk/>
      </pc:docMkLst>
      <pc:sldChg chg="addSp delSp modSp mod">
        <pc:chgData name="Robert Carucci" userId="5be546eb-4763-4194-b93d-35346ec02cb5" providerId="ADAL" clId="{848769DD-27B0-434D-8C19-CEC6EC8C2764}" dt="2025-03-04T06:34:56.999" v="20" actId="1076"/>
        <pc:sldMkLst>
          <pc:docMk/>
          <pc:sldMk cId="1185383279" sldId="286"/>
        </pc:sldMkLst>
        <pc:picChg chg="mod">
          <ac:chgData name="Robert Carucci" userId="5be546eb-4763-4194-b93d-35346ec02cb5" providerId="ADAL" clId="{848769DD-27B0-434D-8C19-CEC6EC8C2764}" dt="2025-03-04T06:28:51.059" v="10" actId="14826"/>
          <ac:picMkLst>
            <pc:docMk/>
            <pc:sldMk cId="1185383279" sldId="286"/>
            <ac:picMk id="4" creationId="{FD80DEB4-F25F-AF9C-0F57-D17F9F834AC4}"/>
          </ac:picMkLst>
        </pc:picChg>
      </pc:sldChg>
      <pc:sldChg chg="addSp delSp modSp mod">
        <pc:chgData name="Robert Carucci" userId="5be546eb-4763-4194-b93d-35346ec02cb5" providerId="ADAL" clId="{848769DD-27B0-434D-8C19-CEC6EC8C2764}" dt="2025-03-04T06:28:31.825" v="7" actId="14826"/>
        <pc:sldMkLst>
          <pc:docMk/>
          <pc:sldMk cId="3242726822" sldId="287"/>
        </pc:sldMkLst>
        <pc:picChg chg="mod">
          <ac:chgData name="Robert Carucci" userId="5be546eb-4763-4194-b93d-35346ec02cb5" providerId="ADAL" clId="{848769DD-27B0-434D-8C19-CEC6EC8C2764}" dt="2025-03-04T06:28:31.825" v="7" actId="14826"/>
          <ac:picMkLst>
            <pc:docMk/>
            <pc:sldMk cId="3242726822" sldId="287"/>
            <ac:picMk id="21" creationId="{D0B87FD0-FEDE-9602-1A19-8B15B5C62FD4}"/>
          </ac:picMkLst>
        </pc:picChg>
      </pc:sldChg>
      <pc:sldChg chg="addSp delSp modSp mod">
        <pc:chgData name="Robert Carucci" userId="5be546eb-4763-4194-b93d-35346ec02cb5" providerId="ADAL" clId="{848769DD-27B0-434D-8C19-CEC6EC8C2764}" dt="2025-03-04T06:37:07.781" v="155" actId="14100"/>
        <pc:sldMkLst>
          <pc:docMk/>
          <pc:sldMk cId="477563929" sldId="288"/>
        </pc:sldMkLst>
        <pc:spChg chg="add mod">
          <ac:chgData name="Robert Carucci" userId="5be546eb-4763-4194-b93d-35346ec02cb5" providerId="ADAL" clId="{848769DD-27B0-434D-8C19-CEC6EC8C2764}" dt="2025-03-04T06:36:58.286" v="154"/>
          <ac:spMkLst>
            <pc:docMk/>
            <pc:sldMk cId="477563929" sldId="288"/>
            <ac:spMk id="7" creationId="{768E348F-B60D-1A67-9376-9A52FACA991F}"/>
          </ac:spMkLst>
        </pc:spChg>
        <pc:spChg chg="mod">
          <ac:chgData name="Robert Carucci" userId="5be546eb-4763-4194-b93d-35346ec02cb5" providerId="ADAL" clId="{848769DD-27B0-434D-8C19-CEC6EC8C2764}" dt="2025-03-04T06:36:48.700" v="153" actId="20577"/>
          <ac:spMkLst>
            <pc:docMk/>
            <pc:sldMk cId="477563929" sldId="288"/>
            <ac:spMk id="9" creationId="{43B967F0-FC90-6FE0-748F-BD5E85EC3F59}"/>
          </ac:spMkLst>
        </pc:spChg>
        <pc:picChg chg="mod">
          <ac:chgData name="Robert Carucci" userId="5be546eb-4763-4194-b93d-35346ec02cb5" providerId="ADAL" clId="{848769DD-27B0-434D-8C19-CEC6EC8C2764}" dt="2025-03-04T06:37:07.781" v="155" actId="14100"/>
          <ac:picMkLst>
            <pc:docMk/>
            <pc:sldMk cId="477563929" sldId="288"/>
            <ac:picMk id="12" creationId="{70FB4CF8-1731-6A1B-7D93-8737D312F852}"/>
          </ac:picMkLst>
        </pc:picChg>
      </pc:sldChg>
      <pc:sldChg chg="addSp delSp modSp mod">
        <pc:chgData name="Robert Carucci" userId="5be546eb-4763-4194-b93d-35346ec02cb5" providerId="ADAL" clId="{848769DD-27B0-434D-8C19-CEC6EC8C2764}" dt="2025-03-04T06:29:10.806" v="13" actId="14826"/>
        <pc:sldMkLst>
          <pc:docMk/>
          <pc:sldMk cId="3092951088" sldId="289"/>
        </pc:sldMkLst>
        <pc:picChg chg="mod">
          <ac:chgData name="Robert Carucci" userId="5be546eb-4763-4194-b93d-35346ec02cb5" providerId="ADAL" clId="{848769DD-27B0-434D-8C19-CEC6EC8C2764}" dt="2025-03-04T06:29:10.806" v="13" actId="14826"/>
          <ac:picMkLst>
            <pc:docMk/>
            <pc:sldMk cId="3092951088" sldId="289"/>
            <ac:picMk id="10" creationId="{535F5F85-C538-D984-3D10-CF520A9B4407}"/>
          </ac:picMkLst>
        </pc:picChg>
      </pc:sldChg>
      <pc:sldChg chg="addSp delSp modSp mod">
        <pc:chgData name="Robert Carucci" userId="5be546eb-4763-4194-b93d-35346ec02cb5" providerId="ADAL" clId="{848769DD-27B0-434D-8C19-CEC6EC8C2764}" dt="2025-03-04T06:28:13.809" v="4" actId="14826"/>
        <pc:sldMkLst>
          <pc:docMk/>
          <pc:sldMk cId="2494822564" sldId="290"/>
        </pc:sldMkLst>
        <pc:picChg chg="mod">
          <ac:chgData name="Robert Carucci" userId="5be546eb-4763-4194-b93d-35346ec02cb5" providerId="ADAL" clId="{848769DD-27B0-434D-8C19-CEC6EC8C2764}" dt="2025-03-04T06:28:13.809" v="4" actId="14826"/>
          <ac:picMkLst>
            <pc:docMk/>
            <pc:sldMk cId="2494822564" sldId="290"/>
            <ac:picMk id="16" creationId="{49AE32CB-754D-5033-1352-3B899A22C0B7}"/>
          </ac:picMkLst>
        </pc:picChg>
      </pc:sldChg>
    </pc:docChg>
  </pc:docChgLst>
  <pc:docChgLst>
    <pc:chgData name="Robert Carucci" userId="5be546eb-4763-4194-b93d-35346ec02cb5" providerId="ADAL" clId="{97DB7659-8F1C-4434-86A4-0DFB3DED7E8E}"/>
    <pc:docChg chg="custSel modSld">
      <pc:chgData name="Robert Carucci" userId="5be546eb-4763-4194-b93d-35346ec02cb5" providerId="ADAL" clId="{97DB7659-8F1C-4434-86A4-0DFB3DED7E8E}" dt="2025-02-25T17:43:38.644" v="285" actId="555"/>
      <pc:docMkLst>
        <pc:docMk/>
      </pc:docMkLst>
      <pc:sldChg chg="addSp delSp modSp mod">
        <pc:chgData name="Robert Carucci" userId="5be546eb-4763-4194-b93d-35346ec02cb5" providerId="ADAL" clId="{97DB7659-8F1C-4434-86A4-0DFB3DED7E8E}" dt="2025-02-25T17:30:02.792" v="131" actId="1076"/>
        <pc:sldMkLst>
          <pc:docMk/>
          <pc:sldMk cId="1185383279" sldId="286"/>
        </pc:sldMkLst>
      </pc:sldChg>
      <pc:sldChg chg="addSp delSp modSp mod">
        <pc:chgData name="Robert Carucci" userId="5be546eb-4763-4194-b93d-35346ec02cb5" providerId="ADAL" clId="{97DB7659-8F1C-4434-86A4-0DFB3DED7E8E}" dt="2025-02-25T17:10:38.821" v="97" actId="14826"/>
        <pc:sldMkLst>
          <pc:docMk/>
          <pc:sldMk cId="3242726822" sldId="287"/>
        </pc:sldMkLst>
      </pc:sldChg>
      <pc:sldChg chg="addSp delSp modSp mod">
        <pc:chgData name="Robert Carucci" userId="5be546eb-4763-4194-b93d-35346ec02cb5" providerId="ADAL" clId="{97DB7659-8F1C-4434-86A4-0DFB3DED7E8E}" dt="2025-02-25T17:43:38.644" v="285" actId="555"/>
        <pc:sldMkLst>
          <pc:docMk/>
          <pc:sldMk cId="477563929" sldId="288"/>
        </pc:sldMkLst>
      </pc:sldChg>
      <pc:sldChg chg="addSp delSp modSp mod">
        <pc:chgData name="Robert Carucci" userId="5be546eb-4763-4194-b93d-35346ec02cb5" providerId="ADAL" clId="{97DB7659-8F1C-4434-86A4-0DFB3DED7E8E}" dt="2025-02-25T17:34:29.669" v="144" actId="1076"/>
        <pc:sldMkLst>
          <pc:docMk/>
          <pc:sldMk cId="3092951088" sldId="289"/>
        </pc:sldMkLst>
      </pc:sldChg>
      <pc:sldChg chg="addSp delSp modSp mod">
        <pc:chgData name="Robert Carucci" userId="5be546eb-4763-4194-b93d-35346ec02cb5" providerId="ADAL" clId="{97DB7659-8F1C-4434-86A4-0DFB3DED7E8E}" dt="2025-02-25T17:03:36.241" v="21"/>
        <pc:sldMkLst>
          <pc:docMk/>
          <pc:sldMk cId="2494822564" sldId="290"/>
        </pc:sldMkLst>
      </pc:sldChg>
    </pc:docChg>
  </pc:docChgLst>
  <pc:docChgLst>
    <pc:chgData name="Robert Carucci" userId="5be546eb-4763-4194-b93d-35346ec02cb5" providerId="ADAL" clId="{CEEAC55C-B0D9-445C-8CB7-6BC3893B375E}"/>
    <pc:docChg chg="undo custSel modSld">
      <pc:chgData name="Robert Carucci" userId="5be546eb-4763-4194-b93d-35346ec02cb5" providerId="ADAL" clId="{CEEAC55C-B0D9-445C-8CB7-6BC3893B375E}" dt="2025-04-01T18:59:53.188" v="465" actId="14826"/>
      <pc:docMkLst>
        <pc:docMk/>
      </pc:docMkLst>
      <pc:sldChg chg="addSp delSp modSp mod">
        <pc:chgData name="Robert Carucci" userId="5be546eb-4763-4194-b93d-35346ec02cb5" providerId="ADAL" clId="{CEEAC55C-B0D9-445C-8CB7-6BC3893B375E}" dt="2025-04-01T18:35:23.455" v="446" actId="14826"/>
        <pc:sldMkLst>
          <pc:docMk/>
          <pc:sldMk cId="1185383279" sldId="286"/>
        </pc:sldMkLst>
        <pc:spChg chg="mod">
          <ac:chgData name="Robert Carucci" userId="5be546eb-4763-4194-b93d-35346ec02cb5" providerId="ADAL" clId="{CEEAC55C-B0D9-445C-8CB7-6BC3893B375E}" dt="2025-04-01T16:31:03.553" v="273" actId="1076"/>
          <ac:spMkLst>
            <pc:docMk/>
            <pc:sldMk cId="1185383279" sldId="286"/>
            <ac:spMk id="11" creationId="{D2E4D2F0-48AC-1E78-A65A-1C25D0D7E5D5}"/>
          </ac:spMkLst>
        </pc:spChg>
        <pc:picChg chg="mod">
          <ac:chgData name="Robert Carucci" userId="5be546eb-4763-4194-b93d-35346ec02cb5" providerId="ADAL" clId="{CEEAC55C-B0D9-445C-8CB7-6BC3893B375E}" dt="2025-04-01T18:35:23.455" v="446" actId="14826"/>
          <ac:picMkLst>
            <pc:docMk/>
            <pc:sldMk cId="1185383279" sldId="286"/>
            <ac:picMk id="4" creationId="{FD80DEB4-F25F-AF9C-0F57-D17F9F834AC4}"/>
          </ac:picMkLst>
        </pc:picChg>
        <pc:picChg chg="mod">
          <ac:chgData name="Robert Carucci" userId="5be546eb-4763-4194-b93d-35346ec02cb5" providerId="ADAL" clId="{CEEAC55C-B0D9-445C-8CB7-6BC3893B375E}" dt="2025-04-01T16:31:31.799" v="277" actId="14100"/>
          <ac:picMkLst>
            <pc:docMk/>
            <pc:sldMk cId="1185383279" sldId="286"/>
            <ac:picMk id="10" creationId="{4C1D4373-6D77-306F-2FDF-C024D986BB9C}"/>
          </ac:picMkLst>
        </pc:picChg>
        <pc:picChg chg="mod">
          <ac:chgData name="Robert Carucci" userId="5be546eb-4763-4194-b93d-35346ec02cb5" providerId="ADAL" clId="{CEEAC55C-B0D9-445C-8CB7-6BC3893B375E}" dt="2025-04-01T16:36:00.319" v="322" actId="408"/>
          <ac:picMkLst>
            <pc:docMk/>
            <pc:sldMk cId="1185383279" sldId="286"/>
            <ac:picMk id="12" creationId="{E12C8C63-5A26-58DD-A26C-BFC9DE93C4A3}"/>
          </ac:picMkLst>
        </pc:picChg>
        <pc:picChg chg="mod">
          <ac:chgData name="Robert Carucci" userId="5be546eb-4763-4194-b93d-35346ec02cb5" providerId="ADAL" clId="{CEEAC55C-B0D9-445C-8CB7-6BC3893B375E}" dt="2025-04-01T16:36:00.319" v="322" actId="408"/>
          <ac:picMkLst>
            <pc:docMk/>
            <pc:sldMk cId="1185383279" sldId="286"/>
            <ac:picMk id="16" creationId="{956DDFCA-F5C3-F0B0-D1CD-38429D1AA727}"/>
          </ac:picMkLst>
        </pc:picChg>
        <pc:cxnChg chg="mod">
          <ac:chgData name="Robert Carucci" userId="5be546eb-4763-4194-b93d-35346ec02cb5" providerId="ADAL" clId="{CEEAC55C-B0D9-445C-8CB7-6BC3893B375E}" dt="2025-04-01T16:31:39.881" v="312" actId="1037"/>
          <ac:cxnSpMkLst>
            <pc:docMk/>
            <pc:sldMk cId="1185383279" sldId="286"/>
            <ac:cxnSpMk id="6" creationId="{BCF1E475-552D-A49B-CD52-9D05258B07D1}"/>
          </ac:cxnSpMkLst>
        </pc:cxnChg>
      </pc:sldChg>
      <pc:sldChg chg="addSp delSp modSp mod">
        <pc:chgData name="Robert Carucci" userId="5be546eb-4763-4194-b93d-35346ec02cb5" providerId="ADAL" clId="{CEEAC55C-B0D9-445C-8CB7-6BC3893B375E}" dt="2025-04-01T18:59:53.188" v="465" actId="14826"/>
        <pc:sldMkLst>
          <pc:docMk/>
          <pc:sldMk cId="3242726822" sldId="287"/>
        </pc:sldMkLst>
        <pc:spChg chg="mod">
          <ac:chgData name="Robert Carucci" userId="5be546eb-4763-4194-b93d-35346ec02cb5" providerId="ADAL" clId="{CEEAC55C-B0D9-445C-8CB7-6BC3893B375E}" dt="2025-04-01T15:45:49.482" v="254" actId="1035"/>
          <ac:spMkLst>
            <pc:docMk/>
            <pc:sldMk cId="3242726822" sldId="287"/>
            <ac:spMk id="11" creationId="{41C18280-889F-F719-F309-76204AA327DD}"/>
          </ac:spMkLst>
        </pc:spChg>
        <pc:picChg chg="mod">
          <ac:chgData name="Robert Carucci" userId="5be546eb-4763-4194-b93d-35346ec02cb5" providerId="ADAL" clId="{CEEAC55C-B0D9-445C-8CB7-6BC3893B375E}" dt="2025-04-01T15:45:43.993" v="246" actId="14100"/>
          <ac:picMkLst>
            <pc:docMk/>
            <pc:sldMk cId="3242726822" sldId="287"/>
            <ac:picMk id="9" creationId="{4739554E-9C37-222C-EC8F-FF56AA575ADA}"/>
          </ac:picMkLst>
        </pc:picChg>
        <pc:picChg chg="mod">
          <ac:chgData name="Robert Carucci" userId="5be546eb-4763-4194-b93d-35346ec02cb5" providerId="ADAL" clId="{CEEAC55C-B0D9-445C-8CB7-6BC3893B375E}" dt="2025-04-01T16:18:56.528" v="259" actId="14100"/>
          <ac:picMkLst>
            <pc:docMk/>
            <pc:sldMk cId="3242726822" sldId="287"/>
            <ac:picMk id="16" creationId="{52BA2D27-CFDE-6A39-9C76-AAB65E0B8E46}"/>
          </ac:picMkLst>
        </pc:picChg>
        <pc:picChg chg="mod">
          <ac:chgData name="Robert Carucci" userId="5be546eb-4763-4194-b93d-35346ec02cb5" providerId="ADAL" clId="{CEEAC55C-B0D9-445C-8CB7-6BC3893B375E}" dt="2025-04-01T16:18:45.467" v="257" actId="1076"/>
          <ac:picMkLst>
            <pc:docMk/>
            <pc:sldMk cId="3242726822" sldId="287"/>
            <ac:picMk id="17" creationId="{D56FB92F-D1AA-43B8-CA4C-B8BA8B6A5343}"/>
          </ac:picMkLst>
        </pc:picChg>
        <pc:picChg chg="mod">
          <ac:chgData name="Robert Carucci" userId="5be546eb-4763-4194-b93d-35346ec02cb5" providerId="ADAL" clId="{CEEAC55C-B0D9-445C-8CB7-6BC3893B375E}" dt="2025-04-01T18:59:53.188" v="465" actId="14826"/>
          <ac:picMkLst>
            <pc:docMk/>
            <pc:sldMk cId="3242726822" sldId="287"/>
            <ac:picMk id="21" creationId="{D0B87FD0-FEDE-9602-1A19-8B15B5C62FD4}"/>
          </ac:picMkLst>
        </pc:picChg>
      </pc:sldChg>
      <pc:sldChg chg="addSp delSp modSp mod">
        <pc:chgData name="Robert Carucci" userId="5be546eb-4763-4194-b93d-35346ec02cb5" providerId="ADAL" clId="{CEEAC55C-B0D9-445C-8CB7-6BC3893B375E}" dt="2025-04-01T17:46:46.084" v="431" actId="14100"/>
        <pc:sldMkLst>
          <pc:docMk/>
          <pc:sldMk cId="477563929" sldId="288"/>
        </pc:sldMkLst>
        <pc:picChg chg="add mod">
          <ac:chgData name="Robert Carucci" userId="5be546eb-4763-4194-b93d-35346ec02cb5" providerId="ADAL" clId="{CEEAC55C-B0D9-445C-8CB7-6BC3893B375E}" dt="2025-04-01T17:46:46.084" v="431" actId="14100"/>
          <ac:picMkLst>
            <pc:docMk/>
            <pc:sldMk cId="477563929" sldId="288"/>
            <ac:picMk id="4" creationId="{F63DCB52-D775-9AE5-6B0E-CDD887A8D0B2}"/>
          </ac:picMkLst>
        </pc:picChg>
      </pc:sldChg>
      <pc:sldChg chg="addSp delSp modSp mod">
        <pc:chgData name="Robert Carucci" userId="5be546eb-4763-4194-b93d-35346ec02cb5" providerId="ADAL" clId="{CEEAC55C-B0D9-445C-8CB7-6BC3893B375E}" dt="2025-04-01T18:44:22.448" v="451" actId="14826"/>
        <pc:sldMkLst>
          <pc:docMk/>
          <pc:sldMk cId="3092951088" sldId="289"/>
        </pc:sldMkLst>
        <pc:spChg chg="mod">
          <ac:chgData name="Robert Carucci" userId="5be546eb-4763-4194-b93d-35346ec02cb5" providerId="ADAL" clId="{CEEAC55C-B0D9-445C-8CB7-6BC3893B375E}" dt="2025-04-01T17:42:09.799" v="338" actId="1076"/>
          <ac:spMkLst>
            <pc:docMk/>
            <pc:sldMk cId="3092951088" sldId="289"/>
            <ac:spMk id="11" creationId="{29076C33-779E-E933-3967-6500DFE0B658}"/>
          </ac:spMkLst>
        </pc:spChg>
        <pc:picChg chg="add mod">
          <ac:chgData name="Robert Carucci" userId="5be546eb-4763-4194-b93d-35346ec02cb5" providerId="ADAL" clId="{CEEAC55C-B0D9-445C-8CB7-6BC3893B375E}" dt="2025-04-01T17:42:55.763" v="374" actId="14100"/>
          <ac:picMkLst>
            <pc:docMk/>
            <pc:sldMk cId="3092951088" sldId="289"/>
            <ac:picMk id="4" creationId="{E07313C3-6BA0-764F-9372-7CF4C191B899}"/>
          </ac:picMkLst>
        </pc:picChg>
        <pc:picChg chg="mod">
          <ac:chgData name="Robert Carucci" userId="5be546eb-4763-4194-b93d-35346ec02cb5" providerId="ADAL" clId="{CEEAC55C-B0D9-445C-8CB7-6BC3893B375E}" dt="2025-04-01T17:07:03.452" v="334" actId="555"/>
          <ac:picMkLst>
            <pc:docMk/>
            <pc:sldMk cId="3092951088" sldId="289"/>
            <ac:picMk id="7" creationId="{F6B3C15C-1DDE-DB22-F68E-DF3D0596C88F}"/>
          </ac:picMkLst>
        </pc:picChg>
        <pc:picChg chg="mod">
          <ac:chgData name="Robert Carucci" userId="5be546eb-4763-4194-b93d-35346ec02cb5" providerId="ADAL" clId="{CEEAC55C-B0D9-445C-8CB7-6BC3893B375E}" dt="2025-04-01T17:07:03.452" v="334" actId="555"/>
          <ac:picMkLst>
            <pc:docMk/>
            <pc:sldMk cId="3092951088" sldId="289"/>
            <ac:picMk id="9" creationId="{4F2F530E-D781-3B8E-9A00-DAD4AFBAB29F}"/>
          </ac:picMkLst>
        </pc:picChg>
        <pc:picChg chg="mod">
          <ac:chgData name="Robert Carucci" userId="5be546eb-4763-4194-b93d-35346ec02cb5" providerId="ADAL" clId="{CEEAC55C-B0D9-445C-8CB7-6BC3893B375E}" dt="2025-04-01T18:44:22.448" v="451" actId="14826"/>
          <ac:picMkLst>
            <pc:docMk/>
            <pc:sldMk cId="3092951088" sldId="289"/>
            <ac:picMk id="10" creationId="{535F5F85-C538-D984-3D10-CF520A9B4407}"/>
          </ac:picMkLst>
        </pc:picChg>
        <pc:cxnChg chg="mod">
          <ac:chgData name="Robert Carucci" userId="5be546eb-4763-4194-b93d-35346ec02cb5" providerId="ADAL" clId="{CEEAC55C-B0D9-445C-8CB7-6BC3893B375E}" dt="2025-04-01T17:43:03.702" v="421" actId="1037"/>
          <ac:cxnSpMkLst>
            <pc:docMk/>
            <pc:sldMk cId="3092951088" sldId="289"/>
            <ac:cxnSpMk id="6" creationId="{20CEA663-E11E-55DA-4135-A1DAA86377F3}"/>
          </ac:cxnSpMkLst>
        </pc:cxnChg>
        <pc:cxnChg chg="mod">
          <ac:chgData name="Robert Carucci" userId="5be546eb-4763-4194-b93d-35346ec02cb5" providerId="ADAL" clId="{CEEAC55C-B0D9-445C-8CB7-6BC3893B375E}" dt="2025-04-01T17:42:46.196" v="373" actId="1036"/>
          <ac:cxnSpMkLst>
            <pc:docMk/>
            <pc:sldMk cId="3092951088" sldId="289"/>
            <ac:cxnSpMk id="8" creationId="{7B1FF38E-EC5C-8558-E436-563152656EB6}"/>
          </ac:cxnSpMkLst>
        </pc:cxnChg>
      </pc:sldChg>
      <pc:sldChg chg="addSp delSp modSp mod">
        <pc:chgData name="Robert Carucci" userId="5be546eb-4763-4194-b93d-35346ec02cb5" providerId="ADAL" clId="{CEEAC55C-B0D9-445C-8CB7-6BC3893B375E}" dt="2025-04-01T18:49:46.054" v="456" actId="14826"/>
        <pc:sldMkLst>
          <pc:docMk/>
          <pc:sldMk cId="2494822564" sldId="290"/>
        </pc:sldMkLst>
        <pc:spChg chg="mod">
          <ac:chgData name="Robert Carucci" userId="5be546eb-4763-4194-b93d-35346ec02cb5" providerId="ADAL" clId="{CEEAC55C-B0D9-445C-8CB7-6BC3893B375E}" dt="2025-04-01T15:07:09.252" v="112" actId="1035"/>
          <ac:spMkLst>
            <pc:docMk/>
            <pc:sldMk cId="2494822564" sldId="290"/>
            <ac:spMk id="11" creationId="{E5755EC4-A96C-ACEA-F23F-A193E0A3056F}"/>
          </ac:spMkLst>
        </pc:spChg>
        <pc:picChg chg="mod">
          <ac:chgData name="Robert Carucci" userId="5be546eb-4763-4194-b93d-35346ec02cb5" providerId="ADAL" clId="{CEEAC55C-B0D9-445C-8CB7-6BC3893B375E}" dt="2025-04-01T16:27:49.784" v="272" actId="555"/>
          <ac:picMkLst>
            <pc:docMk/>
            <pc:sldMk cId="2494822564" sldId="290"/>
            <ac:picMk id="4" creationId="{A7689BE0-9F7B-E1D4-51B8-5053670AB9B9}"/>
          </ac:picMkLst>
        </pc:picChg>
        <pc:picChg chg="add mod">
          <ac:chgData name="Robert Carucci" userId="5be546eb-4763-4194-b93d-35346ec02cb5" providerId="ADAL" clId="{CEEAC55C-B0D9-445C-8CB7-6BC3893B375E}" dt="2025-04-01T17:48:18.518" v="432" actId="14826"/>
          <ac:picMkLst>
            <pc:docMk/>
            <pc:sldMk cId="2494822564" sldId="290"/>
            <ac:picMk id="9" creationId="{C70985CE-BB9D-8368-79B5-01F9737E9DD8}"/>
          </ac:picMkLst>
        </pc:picChg>
        <pc:picChg chg="add mod">
          <ac:chgData name="Robert Carucci" userId="5be546eb-4763-4194-b93d-35346ec02cb5" providerId="ADAL" clId="{CEEAC55C-B0D9-445C-8CB7-6BC3893B375E}" dt="2025-04-01T16:27:49.784" v="272" actId="555"/>
          <ac:picMkLst>
            <pc:docMk/>
            <pc:sldMk cId="2494822564" sldId="290"/>
            <ac:picMk id="10" creationId="{C059435F-7D26-34DB-CB5D-5485A2630B05}"/>
          </ac:picMkLst>
        </pc:picChg>
        <pc:picChg chg="mod">
          <ac:chgData name="Robert Carucci" userId="5be546eb-4763-4194-b93d-35346ec02cb5" providerId="ADAL" clId="{CEEAC55C-B0D9-445C-8CB7-6BC3893B375E}" dt="2025-04-01T18:49:46.054" v="456" actId="14826"/>
          <ac:picMkLst>
            <pc:docMk/>
            <pc:sldMk cId="2494822564" sldId="290"/>
            <ac:picMk id="16" creationId="{49AE32CB-754D-5033-1352-3B899A22C0B7}"/>
          </ac:picMkLst>
        </pc:picChg>
        <pc:cxnChg chg="mod">
          <ac:chgData name="Robert Carucci" userId="5be546eb-4763-4194-b93d-35346ec02cb5" providerId="ADAL" clId="{CEEAC55C-B0D9-445C-8CB7-6BC3893B375E}" dt="2025-04-01T15:14:17.330" v="206" actId="1038"/>
          <ac:cxnSpMkLst>
            <pc:docMk/>
            <pc:sldMk cId="2494822564" sldId="290"/>
            <ac:cxnSpMk id="6" creationId="{8FF82571-9D52-1DC6-F7F0-7540D01EE1F7}"/>
          </ac:cxnSpMkLst>
        </pc:cxnChg>
      </pc:sldChg>
    </pc:docChg>
  </pc:docChgLst>
  <pc:docChgLst>
    <pc:chgData name="Robert Carucci" userId="5be546eb-4763-4194-b93d-35346ec02cb5" providerId="ADAL" clId="{E291E645-95E1-4A2D-85CA-21B68D2585D6}"/>
    <pc:docChg chg="custSel modSld">
      <pc:chgData name="Robert Carucci" userId="5be546eb-4763-4194-b93d-35346ec02cb5" providerId="ADAL" clId="{E291E645-95E1-4A2D-85CA-21B68D2585D6}" dt="2025-05-06T17:13:54.344" v="7" actId="478"/>
      <pc:docMkLst>
        <pc:docMk/>
      </pc:docMkLst>
      <pc:sldChg chg="addSp delSp modSp mod">
        <pc:chgData name="Robert Carucci" userId="5be546eb-4763-4194-b93d-35346ec02cb5" providerId="ADAL" clId="{E291E645-95E1-4A2D-85CA-21B68D2585D6}" dt="2025-05-06T17:13:54.344" v="7" actId="478"/>
        <pc:sldMkLst>
          <pc:docMk/>
          <pc:sldMk cId="1185383279" sldId="286"/>
        </pc:sldMkLst>
        <pc:picChg chg="add mod">
          <ac:chgData name="Robert Carucci" userId="5be546eb-4763-4194-b93d-35346ec02cb5" providerId="ADAL" clId="{E291E645-95E1-4A2D-85CA-21B68D2585D6}" dt="2025-05-06T14:58:02.934" v="0" actId="571"/>
          <ac:picMkLst>
            <pc:docMk/>
            <pc:sldMk cId="1185383279" sldId="286"/>
            <ac:picMk id="5" creationId="{80CB27AB-ED3A-F41C-9477-77711729EC81}"/>
          </ac:picMkLst>
        </pc:picChg>
        <pc:picChg chg="add">
          <ac:chgData name="Robert Carucci" userId="5be546eb-4763-4194-b93d-35346ec02cb5" providerId="ADAL" clId="{E291E645-95E1-4A2D-85CA-21B68D2585D6}" dt="2025-05-06T17:00:19.597" v="3" actId="22"/>
          <ac:picMkLst>
            <pc:docMk/>
            <pc:sldMk cId="1185383279" sldId="286"/>
            <ac:picMk id="9" creationId="{FE627A9A-668C-CC0D-452A-80A78213A158}"/>
          </ac:picMkLst>
        </pc:picChg>
      </pc:sldChg>
      <pc:sldChg chg="addSp delSp modSp mod">
        <pc:chgData name="Robert Carucci" userId="5be546eb-4763-4194-b93d-35346ec02cb5" providerId="ADAL" clId="{E291E645-95E1-4A2D-85CA-21B68D2585D6}" dt="2025-05-06T15:02:44.897" v="2" actId="478"/>
        <pc:sldMkLst>
          <pc:docMk/>
          <pc:sldMk cId="3092951088" sldId="289"/>
        </pc:sldMkLst>
      </pc:sldChg>
    </pc:docChg>
  </pc:docChgLst>
  <pc:docChgLst>
    <pc:chgData name="Robert Carucci" userId="5be546eb-4763-4194-b93d-35346ec02cb5" providerId="ADAL" clId="{269FA5A1-2F9A-4401-AD1D-4794EDB73D2B}"/>
    <pc:docChg chg="custSel modSld">
      <pc:chgData name="Robert Carucci" userId="5be546eb-4763-4194-b93d-35346ec02cb5" providerId="ADAL" clId="{269FA5A1-2F9A-4401-AD1D-4794EDB73D2B}" dt="2025-03-11T19:40:30.135" v="119" actId="1076"/>
      <pc:docMkLst>
        <pc:docMk/>
      </pc:docMkLst>
      <pc:sldChg chg="addSp delSp modSp mod">
        <pc:chgData name="Robert Carucci" userId="5be546eb-4763-4194-b93d-35346ec02cb5" providerId="ADAL" clId="{269FA5A1-2F9A-4401-AD1D-4794EDB73D2B}" dt="2025-03-11T19:03:27.571" v="99" actId="1038"/>
        <pc:sldMkLst>
          <pc:docMk/>
          <pc:sldMk cId="1185383279" sldId="286"/>
        </pc:sldMkLst>
        <pc:picChg chg="mod">
          <ac:chgData name="Robert Carucci" userId="5be546eb-4763-4194-b93d-35346ec02cb5" providerId="ADAL" clId="{269FA5A1-2F9A-4401-AD1D-4794EDB73D2B}" dt="2025-03-11T17:57:59.535" v="10" actId="14826"/>
          <ac:picMkLst>
            <pc:docMk/>
            <pc:sldMk cId="1185383279" sldId="286"/>
            <ac:picMk id="4" creationId="{FD80DEB4-F25F-AF9C-0F57-D17F9F834AC4}"/>
          </ac:picMkLst>
        </pc:picChg>
      </pc:sldChg>
      <pc:sldChg chg="addSp delSp modSp mod">
        <pc:chgData name="Robert Carucci" userId="5be546eb-4763-4194-b93d-35346ec02cb5" providerId="ADAL" clId="{269FA5A1-2F9A-4401-AD1D-4794EDB73D2B}" dt="2025-03-11T19:02:32.999" v="61" actId="14826"/>
        <pc:sldMkLst>
          <pc:docMk/>
          <pc:sldMk cId="3242726822" sldId="287"/>
        </pc:sldMkLst>
        <pc:picChg chg="add mod">
          <ac:chgData name="Robert Carucci" userId="5be546eb-4763-4194-b93d-35346ec02cb5" providerId="ADAL" clId="{269FA5A1-2F9A-4401-AD1D-4794EDB73D2B}" dt="2025-03-11T19:02:32.999" v="61" actId="14826"/>
          <ac:picMkLst>
            <pc:docMk/>
            <pc:sldMk cId="3242726822" sldId="287"/>
            <ac:picMk id="9" creationId="{4739554E-9C37-222C-EC8F-FF56AA575ADA}"/>
          </ac:picMkLst>
        </pc:picChg>
        <pc:picChg chg="mod">
          <ac:chgData name="Robert Carucci" userId="5be546eb-4763-4194-b93d-35346ec02cb5" providerId="ADAL" clId="{269FA5A1-2F9A-4401-AD1D-4794EDB73D2B}" dt="2025-03-11T17:57:39.247" v="7" actId="14826"/>
          <ac:picMkLst>
            <pc:docMk/>
            <pc:sldMk cId="3242726822" sldId="287"/>
            <ac:picMk id="21" creationId="{D0B87FD0-FEDE-9602-1A19-8B15B5C62FD4}"/>
          </ac:picMkLst>
        </pc:picChg>
        <pc:cxnChg chg="mod">
          <ac:chgData name="Robert Carucci" userId="5be546eb-4763-4194-b93d-35346ec02cb5" providerId="ADAL" clId="{269FA5A1-2F9A-4401-AD1D-4794EDB73D2B}" dt="2025-03-11T19:01:38.245" v="56" actId="1038"/>
          <ac:cxnSpMkLst>
            <pc:docMk/>
            <pc:sldMk cId="3242726822" sldId="287"/>
            <ac:cxnSpMk id="6" creationId="{0E260A50-7860-AC5B-F3C9-EA300A045CD9}"/>
          </ac:cxnSpMkLst>
        </pc:cxnChg>
      </pc:sldChg>
      <pc:sldChg chg="addSp delSp modSp mod">
        <pc:chgData name="Robert Carucci" userId="5be546eb-4763-4194-b93d-35346ec02cb5" providerId="ADAL" clId="{269FA5A1-2F9A-4401-AD1D-4794EDB73D2B}" dt="2025-03-11T17:58:25.283" v="13" actId="14826"/>
        <pc:sldMkLst>
          <pc:docMk/>
          <pc:sldMk cId="477563929" sldId="288"/>
        </pc:sldMkLst>
        <pc:picChg chg="mod">
          <ac:chgData name="Robert Carucci" userId="5be546eb-4763-4194-b93d-35346ec02cb5" providerId="ADAL" clId="{269FA5A1-2F9A-4401-AD1D-4794EDB73D2B}" dt="2025-03-11T17:58:25.283" v="13" actId="14826"/>
          <ac:picMkLst>
            <pc:docMk/>
            <pc:sldMk cId="477563929" sldId="288"/>
            <ac:picMk id="12" creationId="{70FB4CF8-1731-6A1B-7D93-8737D312F852}"/>
          </ac:picMkLst>
        </pc:picChg>
      </pc:sldChg>
      <pc:sldChg chg="addSp delSp modSp mod">
        <pc:chgData name="Robert Carucci" userId="5be546eb-4763-4194-b93d-35346ec02cb5" providerId="ADAL" clId="{269FA5A1-2F9A-4401-AD1D-4794EDB73D2B}" dt="2025-03-11T19:40:30.135" v="119" actId="1076"/>
        <pc:sldMkLst>
          <pc:docMk/>
          <pc:sldMk cId="3092951088" sldId="289"/>
        </pc:sldMkLst>
        <pc:picChg chg="add mod">
          <ac:chgData name="Robert Carucci" userId="5be546eb-4763-4194-b93d-35346ec02cb5" providerId="ADAL" clId="{269FA5A1-2F9A-4401-AD1D-4794EDB73D2B}" dt="2025-03-11T19:39:59.291" v="115" actId="14826"/>
          <ac:picMkLst>
            <pc:docMk/>
            <pc:sldMk cId="3092951088" sldId="289"/>
            <ac:picMk id="7" creationId="{F6B3C15C-1DDE-DB22-F68E-DF3D0596C88F}"/>
          </ac:picMkLst>
        </pc:picChg>
        <pc:picChg chg="add mod">
          <ac:chgData name="Robert Carucci" userId="5be546eb-4763-4194-b93d-35346ec02cb5" providerId="ADAL" clId="{269FA5A1-2F9A-4401-AD1D-4794EDB73D2B}" dt="2025-03-11T19:40:07.517" v="116" actId="14826"/>
          <ac:picMkLst>
            <pc:docMk/>
            <pc:sldMk cId="3092951088" sldId="289"/>
            <ac:picMk id="9" creationId="{4F2F530E-D781-3B8E-9A00-DAD4AFBAB29F}"/>
          </ac:picMkLst>
        </pc:picChg>
        <pc:picChg chg="mod">
          <ac:chgData name="Robert Carucci" userId="5be546eb-4763-4194-b93d-35346ec02cb5" providerId="ADAL" clId="{269FA5A1-2F9A-4401-AD1D-4794EDB73D2B}" dt="2025-03-11T18:02:01.040" v="16" actId="14826"/>
          <ac:picMkLst>
            <pc:docMk/>
            <pc:sldMk cId="3092951088" sldId="289"/>
            <ac:picMk id="10" creationId="{535F5F85-C538-D984-3D10-CF520A9B4407}"/>
          </ac:picMkLst>
        </pc:picChg>
      </pc:sldChg>
      <pc:sldChg chg="addSp delSp modSp mod">
        <pc:chgData name="Robert Carucci" userId="5be546eb-4763-4194-b93d-35346ec02cb5" providerId="ADAL" clId="{269FA5A1-2F9A-4401-AD1D-4794EDB73D2B}" dt="2025-03-11T17:56:50.344" v="4" actId="14826"/>
        <pc:sldMkLst>
          <pc:docMk/>
          <pc:sldMk cId="2494822564" sldId="290"/>
        </pc:sldMkLst>
        <pc:picChg chg="mod">
          <ac:chgData name="Robert Carucci" userId="5be546eb-4763-4194-b93d-35346ec02cb5" providerId="ADAL" clId="{269FA5A1-2F9A-4401-AD1D-4794EDB73D2B}" dt="2025-03-11T17:56:50.344" v="4" actId="14826"/>
          <ac:picMkLst>
            <pc:docMk/>
            <pc:sldMk cId="2494822564" sldId="290"/>
            <ac:picMk id="16" creationId="{49AE32CB-754D-5033-1352-3B899A22C0B7}"/>
          </ac:picMkLst>
        </pc:picChg>
      </pc:sldChg>
    </pc:docChg>
  </pc:docChgLst>
  <pc:docChgLst>
    <pc:chgData name="Robert Carucci" userId="5be546eb-4763-4194-b93d-35346ec02cb5" providerId="ADAL" clId="{9B7A3955-3221-4E14-8C1C-DA478F4FA397}"/>
    <pc:docChg chg="undo custSel modSld">
      <pc:chgData name="Robert Carucci" userId="5be546eb-4763-4194-b93d-35346ec02cb5" providerId="ADAL" clId="{9B7A3955-3221-4E14-8C1C-DA478F4FA397}" dt="2025-03-18T15:51:45.776" v="76" actId="14100"/>
      <pc:docMkLst>
        <pc:docMk/>
      </pc:docMkLst>
      <pc:sldChg chg="addSp delSp modSp mod">
        <pc:chgData name="Robert Carucci" userId="5be546eb-4763-4194-b93d-35346ec02cb5" providerId="ADAL" clId="{9B7A3955-3221-4E14-8C1C-DA478F4FA397}" dt="2025-03-18T15:48:10.147" v="55" actId="408"/>
        <pc:sldMkLst>
          <pc:docMk/>
          <pc:sldMk cId="1185383279" sldId="286"/>
        </pc:sldMkLst>
        <pc:picChg chg="mod">
          <ac:chgData name="Robert Carucci" userId="5be546eb-4763-4194-b93d-35346ec02cb5" providerId="ADAL" clId="{9B7A3955-3221-4E14-8C1C-DA478F4FA397}" dt="2025-03-18T15:12:17.417" v="10" actId="14826"/>
          <ac:picMkLst>
            <pc:docMk/>
            <pc:sldMk cId="1185383279" sldId="286"/>
            <ac:picMk id="4" creationId="{FD80DEB4-F25F-AF9C-0F57-D17F9F834AC4}"/>
          </ac:picMkLst>
        </pc:picChg>
        <pc:picChg chg="add mod">
          <ac:chgData name="Robert Carucci" userId="5be546eb-4763-4194-b93d-35346ec02cb5" providerId="ADAL" clId="{9B7A3955-3221-4E14-8C1C-DA478F4FA397}" dt="2025-03-18T15:48:10.147" v="55" actId="408"/>
          <ac:picMkLst>
            <pc:docMk/>
            <pc:sldMk cId="1185383279" sldId="286"/>
            <ac:picMk id="12" creationId="{E12C8C63-5A26-58DD-A26C-BFC9DE93C4A3}"/>
          </ac:picMkLst>
        </pc:picChg>
        <pc:picChg chg="add mod">
          <ac:chgData name="Robert Carucci" userId="5be546eb-4763-4194-b93d-35346ec02cb5" providerId="ADAL" clId="{9B7A3955-3221-4E14-8C1C-DA478F4FA397}" dt="2025-03-18T15:48:10.147" v="55" actId="408"/>
          <ac:picMkLst>
            <pc:docMk/>
            <pc:sldMk cId="1185383279" sldId="286"/>
            <ac:picMk id="16" creationId="{956DDFCA-F5C3-F0B0-D1CD-38429D1AA727}"/>
          </ac:picMkLst>
        </pc:picChg>
      </pc:sldChg>
      <pc:sldChg chg="addSp delSp modSp mod">
        <pc:chgData name="Robert Carucci" userId="5be546eb-4763-4194-b93d-35346ec02cb5" providerId="ADAL" clId="{9B7A3955-3221-4E14-8C1C-DA478F4FA397}" dt="2025-03-18T15:45:06.499" v="45" actId="14826"/>
        <pc:sldMkLst>
          <pc:docMk/>
          <pc:sldMk cId="3242726822" sldId="287"/>
        </pc:sldMkLst>
        <pc:picChg chg="mod">
          <ac:chgData name="Robert Carucci" userId="5be546eb-4763-4194-b93d-35346ec02cb5" providerId="ADAL" clId="{9B7A3955-3221-4E14-8C1C-DA478F4FA397}" dt="2025-03-18T15:45:06.499" v="45" actId="14826"/>
          <ac:picMkLst>
            <pc:docMk/>
            <pc:sldMk cId="3242726822" sldId="287"/>
            <ac:picMk id="9" creationId="{4739554E-9C37-222C-EC8F-FF56AA575ADA}"/>
          </ac:picMkLst>
        </pc:picChg>
        <pc:picChg chg="add mod">
          <ac:chgData name="Robert Carucci" userId="5be546eb-4763-4194-b93d-35346ec02cb5" providerId="ADAL" clId="{9B7A3955-3221-4E14-8C1C-DA478F4FA397}" dt="2025-03-18T15:36:58.495" v="32" actId="12788"/>
          <ac:picMkLst>
            <pc:docMk/>
            <pc:sldMk cId="3242726822" sldId="287"/>
            <ac:picMk id="16" creationId="{52BA2D27-CFDE-6A39-9C76-AAB65E0B8E46}"/>
          </ac:picMkLst>
        </pc:picChg>
        <pc:picChg chg="add mod">
          <ac:chgData name="Robert Carucci" userId="5be546eb-4763-4194-b93d-35346ec02cb5" providerId="ADAL" clId="{9B7A3955-3221-4E14-8C1C-DA478F4FA397}" dt="2025-03-18T15:38:36.270" v="41" actId="555"/>
          <ac:picMkLst>
            <pc:docMk/>
            <pc:sldMk cId="3242726822" sldId="287"/>
            <ac:picMk id="17" creationId="{D56FB92F-D1AA-43B8-CA4C-B8BA8B6A5343}"/>
          </ac:picMkLst>
        </pc:picChg>
        <pc:picChg chg="mod">
          <ac:chgData name="Robert Carucci" userId="5be546eb-4763-4194-b93d-35346ec02cb5" providerId="ADAL" clId="{9B7A3955-3221-4E14-8C1C-DA478F4FA397}" dt="2025-03-18T15:11:56.312" v="7" actId="14826"/>
          <ac:picMkLst>
            <pc:docMk/>
            <pc:sldMk cId="3242726822" sldId="287"/>
            <ac:picMk id="21" creationId="{D0B87FD0-FEDE-9602-1A19-8B15B5C62FD4}"/>
          </ac:picMkLst>
        </pc:picChg>
      </pc:sldChg>
      <pc:sldChg chg="addSp delSp modSp mod">
        <pc:chgData name="Robert Carucci" userId="5be546eb-4763-4194-b93d-35346ec02cb5" providerId="ADAL" clId="{9B7A3955-3221-4E14-8C1C-DA478F4FA397}" dt="2025-03-18T15:51:45.776" v="76" actId="14100"/>
        <pc:sldMkLst>
          <pc:docMk/>
          <pc:sldMk cId="477563929" sldId="288"/>
        </pc:sldMkLst>
        <pc:spChg chg="mod">
          <ac:chgData name="Robert Carucci" userId="5be546eb-4763-4194-b93d-35346ec02cb5" providerId="ADAL" clId="{9B7A3955-3221-4E14-8C1C-DA478F4FA397}" dt="2025-03-18T15:51:45.776" v="76" actId="14100"/>
          <ac:spMkLst>
            <pc:docMk/>
            <pc:sldMk cId="477563929" sldId="288"/>
            <ac:spMk id="7" creationId="{768E348F-B60D-1A67-9376-9A52FACA991F}"/>
          </ac:spMkLst>
        </pc:spChg>
        <pc:picChg chg="mod">
          <ac:chgData name="Robert Carucci" userId="5be546eb-4763-4194-b93d-35346ec02cb5" providerId="ADAL" clId="{9B7A3955-3221-4E14-8C1C-DA478F4FA397}" dt="2025-03-18T15:12:54.715" v="18" actId="14826"/>
          <ac:picMkLst>
            <pc:docMk/>
            <pc:sldMk cId="477563929" sldId="288"/>
            <ac:picMk id="12" creationId="{70FB4CF8-1731-6A1B-7D93-8737D312F852}"/>
          </ac:picMkLst>
        </pc:picChg>
      </pc:sldChg>
      <pc:sldChg chg="addSp delSp modSp mod">
        <pc:chgData name="Robert Carucci" userId="5be546eb-4763-4194-b93d-35346ec02cb5" providerId="ADAL" clId="{9B7A3955-3221-4E14-8C1C-DA478F4FA397}" dt="2025-03-18T15:50:44.154" v="64" actId="408"/>
        <pc:sldMkLst>
          <pc:docMk/>
          <pc:sldMk cId="3092951088" sldId="289"/>
        </pc:sldMkLst>
        <pc:picChg chg="mod">
          <ac:chgData name="Robert Carucci" userId="5be546eb-4763-4194-b93d-35346ec02cb5" providerId="ADAL" clId="{9B7A3955-3221-4E14-8C1C-DA478F4FA397}" dt="2025-03-18T15:50:44.154" v="64" actId="408"/>
          <ac:picMkLst>
            <pc:docMk/>
            <pc:sldMk cId="3092951088" sldId="289"/>
            <ac:picMk id="7" creationId="{F6B3C15C-1DDE-DB22-F68E-DF3D0596C88F}"/>
          </ac:picMkLst>
        </pc:picChg>
        <pc:picChg chg="mod">
          <ac:chgData name="Robert Carucci" userId="5be546eb-4763-4194-b93d-35346ec02cb5" providerId="ADAL" clId="{9B7A3955-3221-4E14-8C1C-DA478F4FA397}" dt="2025-03-18T15:50:44.154" v="64" actId="408"/>
          <ac:picMkLst>
            <pc:docMk/>
            <pc:sldMk cId="3092951088" sldId="289"/>
            <ac:picMk id="9" creationId="{4F2F530E-D781-3B8E-9A00-DAD4AFBAB29F}"/>
          </ac:picMkLst>
        </pc:picChg>
        <pc:picChg chg="mod">
          <ac:chgData name="Robert Carucci" userId="5be546eb-4763-4194-b93d-35346ec02cb5" providerId="ADAL" clId="{9B7A3955-3221-4E14-8C1C-DA478F4FA397}" dt="2025-03-18T15:12:37.778" v="15" actId="14826"/>
          <ac:picMkLst>
            <pc:docMk/>
            <pc:sldMk cId="3092951088" sldId="289"/>
            <ac:picMk id="10" creationId="{535F5F85-C538-D984-3D10-CF520A9B4407}"/>
          </ac:picMkLst>
        </pc:picChg>
      </pc:sldChg>
      <pc:sldChg chg="addSp delSp modSp mod">
        <pc:chgData name="Robert Carucci" userId="5be546eb-4763-4194-b93d-35346ec02cb5" providerId="ADAL" clId="{9B7A3955-3221-4E14-8C1C-DA478F4FA397}" dt="2025-03-18T15:31:58.315" v="22" actId="14826"/>
        <pc:sldMkLst>
          <pc:docMk/>
          <pc:sldMk cId="2494822564" sldId="290"/>
        </pc:sldMkLst>
        <pc:picChg chg="mod">
          <ac:chgData name="Robert Carucci" userId="5be546eb-4763-4194-b93d-35346ec02cb5" providerId="ADAL" clId="{9B7A3955-3221-4E14-8C1C-DA478F4FA397}" dt="2025-03-18T15:11:29.717" v="4" actId="14826"/>
          <ac:picMkLst>
            <pc:docMk/>
            <pc:sldMk cId="2494822564" sldId="290"/>
            <ac:picMk id="16" creationId="{49AE32CB-754D-5033-1352-3B899A22C0B7}"/>
          </ac:picMkLst>
        </pc:picChg>
      </pc:sldChg>
    </pc:docChg>
  </pc:docChgLst>
  <pc:docChgLst>
    <pc:chgData name="Robert Carucci" userId="5be546eb-4763-4194-b93d-35346ec02cb5" providerId="ADAL" clId="{50EBE088-60E8-457E-8699-D7C5121525E4}"/>
    <pc:docChg chg="custSel modSld">
      <pc:chgData name="Robert Carucci" userId="5be546eb-4763-4194-b93d-35346ec02cb5" providerId="ADAL" clId="{50EBE088-60E8-457E-8699-D7C5121525E4}" dt="2025-03-25T17:39:12.260" v="178" actId="14826"/>
      <pc:docMkLst>
        <pc:docMk/>
      </pc:docMkLst>
      <pc:sldChg chg="addSp delSp modSp mod">
        <pc:chgData name="Robert Carucci" userId="5be546eb-4763-4194-b93d-35346ec02cb5" providerId="ADAL" clId="{50EBE088-60E8-457E-8699-D7C5121525E4}" dt="2025-03-25T17:39:12.260" v="178" actId="14826"/>
        <pc:sldMkLst>
          <pc:docMk/>
          <pc:sldMk cId="1185383279" sldId="286"/>
        </pc:sldMkLst>
        <pc:picChg chg="mod">
          <ac:chgData name="Robert Carucci" userId="5be546eb-4763-4194-b93d-35346ec02cb5" providerId="ADAL" clId="{50EBE088-60E8-457E-8699-D7C5121525E4}" dt="2025-03-25T17:39:12.260" v="178" actId="14826"/>
          <ac:picMkLst>
            <pc:docMk/>
            <pc:sldMk cId="1185383279" sldId="286"/>
            <ac:picMk id="4" creationId="{FD80DEB4-F25F-AF9C-0F57-D17F9F834AC4}"/>
          </ac:picMkLst>
        </pc:picChg>
        <pc:picChg chg="add mod">
          <ac:chgData name="Robert Carucci" userId="5be546eb-4763-4194-b93d-35346ec02cb5" providerId="ADAL" clId="{50EBE088-60E8-457E-8699-D7C5121525E4}" dt="2025-03-25T16:32:31.376" v="167" actId="14826"/>
          <ac:picMkLst>
            <pc:docMk/>
            <pc:sldMk cId="1185383279" sldId="286"/>
            <ac:picMk id="10" creationId="{4C1D4373-6D77-306F-2FDF-C024D986BB9C}"/>
          </ac:picMkLst>
        </pc:picChg>
        <pc:picChg chg="mod">
          <ac:chgData name="Robert Carucci" userId="5be546eb-4763-4194-b93d-35346ec02cb5" providerId="ADAL" clId="{50EBE088-60E8-457E-8699-D7C5121525E4}" dt="2025-03-25T16:32:04.858" v="166" actId="408"/>
          <ac:picMkLst>
            <pc:docMk/>
            <pc:sldMk cId="1185383279" sldId="286"/>
            <ac:picMk id="12" creationId="{E12C8C63-5A26-58DD-A26C-BFC9DE93C4A3}"/>
          </ac:picMkLst>
        </pc:picChg>
        <pc:picChg chg="mod">
          <ac:chgData name="Robert Carucci" userId="5be546eb-4763-4194-b93d-35346ec02cb5" providerId="ADAL" clId="{50EBE088-60E8-457E-8699-D7C5121525E4}" dt="2025-03-25T16:32:04.858" v="166" actId="408"/>
          <ac:picMkLst>
            <pc:docMk/>
            <pc:sldMk cId="1185383279" sldId="286"/>
            <ac:picMk id="16" creationId="{956DDFCA-F5C3-F0B0-D1CD-38429D1AA727}"/>
          </ac:picMkLst>
        </pc:picChg>
        <pc:cxnChg chg="mod">
          <ac:chgData name="Robert Carucci" userId="5be546eb-4763-4194-b93d-35346ec02cb5" providerId="ADAL" clId="{50EBE088-60E8-457E-8699-D7C5121525E4}" dt="2025-03-25T16:28:46.338" v="153" actId="1038"/>
          <ac:cxnSpMkLst>
            <pc:docMk/>
            <pc:sldMk cId="1185383279" sldId="286"/>
            <ac:cxnSpMk id="6" creationId="{BCF1E475-552D-A49B-CD52-9D05258B07D1}"/>
          </ac:cxnSpMkLst>
        </pc:cxnChg>
      </pc:sldChg>
      <pc:sldChg chg="addSp delSp modSp mod">
        <pc:chgData name="Robert Carucci" userId="5be546eb-4763-4194-b93d-35346ec02cb5" providerId="ADAL" clId="{50EBE088-60E8-457E-8699-D7C5121525E4}" dt="2025-03-25T17:37:17.150" v="173" actId="14826"/>
        <pc:sldMkLst>
          <pc:docMk/>
          <pc:sldMk cId="3242726822" sldId="287"/>
        </pc:sldMkLst>
        <pc:picChg chg="mod">
          <ac:chgData name="Robert Carucci" userId="5be546eb-4763-4194-b93d-35346ec02cb5" providerId="ADAL" clId="{50EBE088-60E8-457E-8699-D7C5121525E4}" dt="2025-03-25T15:40:26.829" v="81" actId="1076"/>
          <ac:picMkLst>
            <pc:docMk/>
            <pc:sldMk cId="3242726822" sldId="287"/>
            <ac:picMk id="9" creationId="{4739554E-9C37-222C-EC8F-FF56AA575ADA}"/>
          </ac:picMkLst>
        </pc:picChg>
        <pc:picChg chg="mod">
          <ac:chgData name="Robert Carucci" userId="5be546eb-4763-4194-b93d-35346ec02cb5" providerId="ADAL" clId="{50EBE088-60E8-457E-8699-D7C5121525E4}" dt="2025-03-25T15:40:16.292" v="80" actId="408"/>
          <ac:picMkLst>
            <pc:docMk/>
            <pc:sldMk cId="3242726822" sldId="287"/>
            <ac:picMk id="16" creationId="{52BA2D27-CFDE-6A39-9C76-AAB65E0B8E46}"/>
          </ac:picMkLst>
        </pc:picChg>
        <pc:picChg chg="mod">
          <ac:chgData name="Robert Carucci" userId="5be546eb-4763-4194-b93d-35346ec02cb5" providerId="ADAL" clId="{50EBE088-60E8-457E-8699-D7C5121525E4}" dt="2025-03-25T15:40:16.292" v="80" actId="408"/>
          <ac:picMkLst>
            <pc:docMk/>
            <pc:sldMk cId="3242726822" sldId="287"/>
            <ac:picMk id="17" creationId="{D56FB92F-D1AA-43B8-CA4C-B8BA8B6A5343}"/>
          </ac:picMkLst>
        </pc:picChg>
        <pc:picChg chg="mod">
          <ac:chgData name="Robert Carucci" userId="5be546eb-4763-4194-b93d-35346ec02cb5" providerId="ADAL" clId="{50EBE088-60E8-457E-8699-D7C5121525E4}" dt="2025-03-25T17:37:17.150" v="173" actId="14826"/>
          <ac:picMkLst>
            <pc:docMk/>
            <pc:sldMk cId="3242726822" sldId="287"/>
            <ac:picMk id="21" creationId="{D0B87FD0-FEDE-9602-1A19-8B15B5C62FD4}"/>
          </ac:picMkLst>
        </pc:picChg>
        <pc:cxnChg chg="mod">
          <ac:chgData name="Robert Carucci" userId="5be546eb-4763-4194-b93d-35346ec02cb5" providerId="ADAL" clId="{50EBE088-60E8-457E-8699-D7C5121525E4}" dt="2025-03-25T15:24:12.901" v="66" actId="1038"/>
          <ac:cxnSpMkLst>
            <pc:docMk/>
            <pc:sldMk cId="3242726822" sldId="287"/>
            <ac:cxnSpMk id="6" creationId="{0E260A50-7860-AC5B-F3C9-EA300A045CD9}"/>
          </ac:cxnSpMkLst>
        </pc:cxnChg>
      </pc:sldChg>
      <pc:sldChg chg="delSp mod">
        <pc:chgData name="Robert Carucci" userId="5be546eb-4763-4194-b93d-35346ec02cb5" providerId="ADAL" clId="{50EBE088-60E8-457E-8699-D7C5121525E4}" dt="2025-03-25T16:34:43.196" v="168" actId="478"/>
        <pc:sldMkLst>
          <pc:docMk/>
          <pc:sldMk cId="477563929" sldId="288"/>
        </pc:sldMkLst>
      </pc:sldChg>
      <pc:sldChg chg="modSp mod">
        <pc:chgData name="Robert Carucci" userId="5be546eb-4763-4194-b93d-35346ec02cb5" providerId="ADAL" clId="{50EBE088-60E8-457E-8699-D7C5121525E4}" dt="2025-03-25T16:03:28.185" v="111" actId="555"/>
        <pc:sldMkLst>
          <pc:docMk/>
          <pc:sldMk cId="2494822564" sldId="290"/>
        </pc:sldMkLst>
        <pc:picChg chg="mod">
          <ac:chgData name="Robert Carucci" userId="5be546eb-4763-4194-b93d-35346ec02cb5" providerId="ADAL" clId="{50EBE088-60E8-457E-8699-D7C5121525E4}" dt="2025-03-25T16:03:28.185" v="111" actId="555"/>
          <ac:picMkLst>
            <pc:docMk/>
            <pc:sldMk cId="2494822564" sldId="290"/>
            <ac:picMk id="4" creationId="{A7689BE0-9F7B-E1D4-51B8-5053670AB9B9}"/>
          </ac:picMkLst>
        </pc:picChg>
      </pc:sldChg>
    </pc:docChg>
  </pc:docChgLst>
  <pc:docChgLst>
    <pc:chgData name="Robert Carucci" userId="5be546eb-4763-4194-b93d-35346ec02cb5" providerId="ADAL" clId="{19A1A912-4F88-4B4B-AB1B-E02696394806}"/>
    <pc:docChg chg="modSld">
      <pc:chgData name="Robert Carucci" userId="5be546eb-4763-4194-b93d-35346ec02cb5" providerId="ADAL" clId="{19A1A912-4F88-4B4B-AB1B-E02696394806}" dt="2025-05-29T21:29:53.745" v="0" actId="1076"/>
      <pc:docMkLst>
        <pc:docMk/>
      </pc:docMkLst>
      <pc:sldChg chg="modSp mod">
        <pc:chgData name="Robert Carucci" userId="5be546eb-4763-4194-b93d-35346ec02cb5" providerId="ADAL" clId="{19A1A912-4F88-4B4B-AB1B-E02696394806}" dt="2025-05-29T21:29:53.745" v="0" actId="1076"/>
        <pc:sldMkLst>
          <pc:docMk/>
          <pc:sldMk cId="1185383279" sldId="286"/>
        </pc:sldMkLst>
        <pc:picChg chg="mod">
          <ac:chgData name="Robert Carucci" userId="5be546eb-4763-4194-b93d-35346ec02cb5" providerId="ADAL" clId="{19A1A912-4F88-4B4B-AB1B-E02696394806}" dt="2025-05-29T21:29:53.745" v="0" actId="1076"/>
          <ac:picMkLst>
            <pc:docMk/>
            <pc:sldMk cId="1185383279" sldId="286"/>
            <ac:picMk id="9" creationId="{FE627A9A-668C-CC0D-452A-80A78213A158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2243" y="1242134"/>
            <a:ext cx="9092089" cy="2642388"/>
          </a:xfrm>
        </p:spPr>
        <p:txBody>
          <a:bodyPr anchor="b"/>
          <a:lstStyle>
            <a:lvl1pPr algn="ctr">
              <a:defRPr sz="66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7072" y="3986423"/>
            <a:ext cx="8022431" cy="1832453"/>
          </a:xfrm>
        </p:spPr>
        <p:txBody>
          <a:bodyPr/>
          <a:lstStyle>
            <a:lvl1pPr marL="0" indent="0" algn="ctr">
              <a:buNone/>
              <a:defRPr sz="2656"/>
            </a:lvl1pPr>
            <a:lvl2pPr marL="505983" indent="0" algn="ctr">
              <a:buNone/>
              <a:defRPr sz="2213"/>
            </a:lvl2pPr>
            <a:lvl3pPr marL="1011966" indent="0" algn="ctr">
              <a:buNone/>
              <a:defRPr sz="1992"/>
            </a:lvl3pPr>
            <a:lvl4pPr marL="1517950" indent="0" algn="ctr">
              <a:buNone/>
              <a:defRPr sz="1771"/>
            </a:lvl4pPr>
            <a:lvl5pPr marL="2023933" indent="0" algn="ctr">
              <a:buNone/>
              <a:defRPr sz="1771"/>
            </a:lvl5pPr>
            <a:lvl6pPr marL="2529916" indent="0" algn="ctr">
              <a:buNone/>
              <a:defRPr sz="1771"/>
            </a:lvl6pPr>
            <a:lvl7pPr marL="3035899" indent="0" algn="ctr">
              <a:buNone/>
              <a:defRPr sz="1771"/>
            </a:lvl7pPr>
            <a:lvl8pPr marL="3541883" indent="0" algn="ctr">
              <a:buNone/>
              <a:defRPr sz="1771"/>
            </a:lvl8pPr>
            <a:lvl9pPr marL="4047866" indent="0" algn="ctr">
              <a:buNone/>
              <a:defRPr sz="1771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2A3C1-395D-48C2-A2EA-C25AE9301880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354C0-EBD0-4001-BDE7-C5A528EB3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654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2A3C1-395D-48C2-A2EA-C25AE9301880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354C0-EBD0-4001-BDE7-C5A528EB3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8209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9819" y="1892191"/>
            <a:ext cx="9225796" cy="3157161"/>
          </a:xfrm>
        </p:spPr>
        <p:txBody>
          <a:bodyPr anchor="b"/>
          <a:lstStyle>
            <a:lvl1pPr>
              <a:defRPr sz="66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819" y="5079220"/>
            <a:ext cx="9225796" cy="1660277"/>
          </a:xfrm>
        </p:spPr>
        <p:txBody>
          <a:bodyPr/>
          <a:lstStyle>
            <a:lvl1pPr marL="0" indent="0">
              <a:buNone/>
              <a:defRPr sz="2656">
                <a:solidFill>
                  <a:schemeClr val="tx1">
                    <a:tint val="82000"/>
                  </a:schemeClr>
                </a:solidFill>
              </a:defRPr>
            </a:lvl1pPr>
            <a:lvl2pPr marL="505983" indent="0">
              <a:buNone/>
              <a:defRPr sz="2213">
                <a:solidFill>
                  <a:schemeClr val="tx1">
                    <a:tint val="82000"/>
                  </a:schemeClr>
                </a:solidFill>
              </a:defRPr>
            </a:lvl2pPr>
            <a:lvl3pPr marL="1011966" indent="0">
              <a:buNone/>
              <a:defRPr sz="1992">
                <a:solidFill>
                  <a:schemeClr val="tx1">
                    <a:tint val="82000"/>
                  </a:schemeClr>
                </a:solidFill>
              </a:defRPr>
            </a:lvl3pPr>
            <a:lvl4pPr marL="1517950" indent="0">
              <a:buNone/>
              <a:defRPr sz="1771">
                <a:solidFill>
                  <a:schemeClr val="tx1">
                    <a:tint val="82000"/>
                  </a:schemeClr>
                </a:solidFill>
              </a:defRPr>
            </a:lvl4pPr>
            <a:lvl5pPr marL="2023933" indent="0">
              <a:buNone/>
              <a:defRPr sz="1771">
                <a:solidFill>
                  <a:schemeClr val="tx1">
                    <a:tint val="82000"/>
                  </a:schemeClr>
                </a:solidFill>
              </a:defRPr>
            </a:lvl5pPr>
            <a:lvl6pPr marL="2529916" indent="0">
              <a:buNone/>
              <a:defRPr sz="1771">
                <a:solidFill>
                  <a:schemeClr val="tx1">
                    <a:tint val="82000"/>
                  </a:schemeClr>
                </a:solidFill>
              </a:defRPr>
            </a:lvl6pPr>
            <a:lvl7pPr marL="3035899" indent="0">
              <a:buNone/>
              <a:defRPr sz="1771">
                <a:solidFill>
                  <a:schemeClr val="tx1">
                    <a:tint val="82000"/>
                  </a:schemeClr>
                </a:solidFill>
              </a:defRPr>
            </a:lvl7pPr>
            <a:lvl8pPr marL="3541883" indent="0">
              <a:buNone/>
              <a:defRPr sz="1771">
                <a:solidFill>
                  <a:schemeClr val="tx1">
                    <a:tint val="82000"/>
                  </a:schemeClr>
                </a:solidFill>
              </a:defRPr>
            </a:lvl8pPr>
            <a:lvl9pPr marL="4047866" indent="0">
              <a:buNone/>
              <a:defRPr sz="1771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2A3C1-395D-48C2-A2EA-C25AE9301880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354C0-EBD0-4001-BDE7-C5A528EB3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058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5390" y="2020443"/>
            <a:ext cx="4546044" cy="48156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15141" y="2020443"/>
            <a:ext cx="4546044" cy="48156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2A3C1-395D-48C2-A2EA-C25AE9301880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354C0-EBD0-4001-BDE7-C5A528EB3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646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783" y="404090"/>
            <a:ext cx="9225796" cy="14670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784" y="1860565"/>
            <a:ext cx="4525152" cy="911834"/>
          </a:xfrm>
        </p:spPr>
        <p:txBody>
          <a:bodyPr anchor="b"/>
          <a:lstStyle>
            <a:lvl1pPr marL="0" indent="0">
              <a:buNone/>
              <a:defRPr sz="2656" b="1"/>
            </a:lvl1pPr>
            <a:lvl2pPr marL="505983" indent="0">
              <a:buNone/>
              <a:defRPr sz="2213" b="1"/>
            </a:lvl2pPr>
            <a:lvl3pPr marL="1011966" indent="0">
              <a:buNone/>
              <a:defRPr sz="1992" b="1"/>
            </a:lvl3pPr>
            <a:lvl4pPr marL="1517950" indent="0">
              <a:buNone/>
              <a:defRPr sz="1771" b="1"/>
            </a:lvl4pPr>
            <a:lvl5pPr marL="2023933" indent="0">
              <a:buNone/>
              <a:defRPr sz="1771" b="1"/>
            </a:lvl5pPr>
            <a:lvl6pPr marL="2529916" indent="0">
              <a:buNone/>
              <a:defRPr sz="1771" b="1"/>
            </a:lvl6pPr>
            <a:lvl7pPr marL="3035899" indent="0">
              <a:buNone/>
              <a:defRPr sz="1771" b="1"/>
            </a:lvl7pPr>
            <a:lvl8pPr marL="3541883" indent="0">
              <a:buNone/>
              <a:defRPr sz="1771" b="1"/>
            </a:lvl8pPr>
            <a:lvl9pPr marL="4047866" indent="0">
              <a:buNone/>
              <a:defRPr sz="177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6784" y="2772399"/>
            <a:ext cx="4525152" cy="40777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15141" y="1860565"/>
            <a:ext cx="4547438" cy="911834"/>
          </a:xfrm>
        </p:spPr>
        <p:txBody>
          <a:bodyPr anchor="b"/>
          <a:lstStyle>
            <a:lvl1pPr marL="0" indent="0">
              <a:buNone/>
              <a:defRPr sz="2656" b="1"/>
            </a:lvl1pPr>
            <a:lvl2pPr marL="505983" indent="0">
              <a:buNone/>
              <a:defRPr sz="2213" b="1"/>
            </a:lvl2pPr>
            <a:lvl3pPr marL="1011966" indent="0">
              <a:buNone/>
              <a:defRPr sz="1992" b="1"/>
            </a:lvl3pPr>
            <a:lvl4pPr marL="1517950" indent="0">
              <a:buNone/>
              <a:defRPr sz="1771" b="1"/>
            </a:lvl4pPr>
            <a:lvl5pPr marL="2023933" indent="0">
              <a:buNone/>
              <a:defRPr sz="1771" b="1"/>
            </a:lvl5pPr>
            <a:lvl6pPr marL="2529916" indent="0">
              <a:buNone/>
              <a:defRPr sz="1771" b="1"/>
            </a:lvl6pPr>
            <a:lvl7pPr marL="3035899" indent="0">
              <a:buNone/>
              <a:defRPr sz="1771" b="1"/>
            </a:lvl7pPr>
            <a:lvl8pPr marL="3541883" indent="0">
              <a:buNone/>
              <a:defRPr sz="1771" b="1"/>
            </a:lvl8pPr>
            <a:lvl9pPr marL="4047866" indent="0">
              <a:buNone/>
              <a:defRPr sz="177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15141" y="2772399"/>
            <a:ext cx="4547438" cy="40777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2A3C1-395D-48C2-A2EA-C25AE9301880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354C0-EBD0-4001-BDE7-C5A528EB3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3127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2A3C1-395D-48C2-A2EA-C25AE9301880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354C0-EBD0-4001-BDE7-C5A528EB3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9812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2A3C1-395D-48C2-A2EA-C25AE9301880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354C0-EBD0-4001-BDE7-C5A528EB3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559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783" y="505989"/>
            <a:ext cx="3449924" cy="1770962"/>
          </a:xfrm>
        </p:spPr>
        <p:txBody>
          <a:bodyPr anchor="b"/>
          <a:lstStyle>
            <a:lvl1pPr>
              <a:defRPr sz="354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7438" y="1092798"/>
            <a:ext cx="5415141" cy="5393704"/>
          </a:xfrm>
        </p:spPr>
        <p:txBody>
          <a:bodyPr/>
          <a:lstStyle>
            <a:lvl1pPr>
              <a:defRPr sz="3541"/>
            </a:lvl1pPr>
            <a:lvl2pPr>
              <a:defRPr sz="3099"/>
            </a:lvl2pPr>
            <a:lvl3pPr>
              <a:defRPr sz="2656"/>
            </a:lvl3pPr>
            <a:lvl4pPr>
              <a:defRPr sz="2213"/>
            </a:lvl4pPr>
            <a:lvl5pPr>
              <a:defRPr sz="2213"/>
            </a:lvl5pPr>
            <a:lvl6pPr>
              <a:defRPr sz="2213"/>
            </a:lvl6pPr>
            <a:lvl7pPr>
              <a:defRPr sz="2213"/>
            </a:lvl7pPr>
            <a:lvl8pPr>
              <a:defRPr sz="2213"/>
            </a:lvl8pPr>
            <a:lvl9pPr>
              <a:defRPr sz="221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783" y="2276951"/>
            <a:ext cx="3449924" cy="4218334"/>
          </a:xfrm>
        </p:spPr>
        <p:txBody>
          <a:bodyPr/>
          <a:lstStyle>
            <a:lvl1pPr marL="0" indent="0">
              <a:buNone/>
              <a:defRPr sz="1771"/>
            </a:lvl1pPr>
            <a:lvl2pPr marL="505983" indent="0">
              <a:buNone/>
              <a:defRPr sz="1549"/>
            </a:lvl2pPr>
            <a:lvl3pPr marL="1011966" indent="0">
              <a:buNone/>
              <a:defRPr sz="1328"/>
            </a:lvl3pPr>
            <a:lvl4pPr marL="1517950" indent="0">
              <a:buNone/>
              <a:defRPr sz="1107"/>
            </a:lvl4pPr>
            <a:lvl5pPr marL="2023933" indent="0">
              <a:buNone/>
              <a:defRPr sz="1107"/>
            </a:lvl5pPr>
            <a:lvl6pPr marL="2529916" indent="0">
              <a:buNone/>
              <a:defRPr sz="1107"/>
            </a:lvl6pPr>
            <a:lvl7pPr marL="3035899" indent="0">
              <a:buNone/>
              <a:defRPr sz="1107"/>
            </a:lvl7pPr>
            <a:lvl8pPr marL="3541883" indent="0">
              <a:buNone/>
              <a:defRPr sz="1107"/>
            </a:lvl8pPr>
            <a:lvl9pPr marL="4047866" indent="0">
              <a:buNone/>
              <a:defRPr sz="110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2A3C1-395D-48C2-A2EA-C25AE9301880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354C0-EBD0-4001-BDE7-C5A528EB3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6429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783" y="505989"/>
            <a:ext cx="3449924" cy="1770962"/>
          </a:xfrm>
        </p:spPr>
        <p:txBody>
          <a:bodyPr anchor="b"/>
          <a:lstStyle>
            <a:lvl1pPr>
              <a:defRPr sz="354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47438" y="1092798"/>
            <a:ext cx="5415141" cy="5393704"/>
          </a:xfrm>
        </p:spPr>
        <p:txBody>
          <a:bodyPr anchor="t"/>
          <a:lstStyle>
            <a:lvl1pPr marL="0" indent="0">
              <a:buNone/>
              <a:defRPr sz="3541"/>
            </a:lvl1pPr>
            <a:lvl2pPr marL="505983" indent="0">
              <a:buNone/>
              <a:defRPr sz="3099"/>
            </a:lvl2pPr>
            <a:lvl3pPr marL="1011966" indent="0">
              <a:buNone/>
              <a:defRPr sz="2656"/>
            </a:lvl3pPr>
            <a:lvl4pPr marL="1517950" indent="0">
              <a:buNone/>
              <a:defRPr sz="2213"/>
            </a:lvl4pPr>
            <a:lvl5pPr marL="2023933" indent="0">
              <a:buNone/>
              <a:defRPr sz="2213"/>
            </a:lvl5pPr>
            <a:lvl6pPr marL="2529916" indent="0">
              <a:buNone/>
              <a:defRPr sz="2213"/>
            </a:lvl6pPr>
            <a:lvl7pPr marL="3035899" indent="0">
              <a:buNone/>
              <a:defRPr sz="2213"/>
            </a:lvl7pPr>
            <a:lvl8pPr marL="3541883" indent="0">
              <a:buNone/>
              <a:defRPr sz="2213"/>
            </a:lvl8pPr>
            <a:lvl9pPr marL="4047866" indent="0">
              <a:buNone/>
              <a:defRPr sz="221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783" y="2276951"/>
            <a:ext cx="3449924" cy="4218334"/>
          </a:xfrm>
        </p:spPr>
        <p:txBody>
          <a:bodyPr/>
          <a:lstStyle>
            <a:lvl1pPr marL="0" indent="0">
              <a:buNone/>
              <a:defRPr sz="1771"/>
            </a:lvl1pPr>
            <a:lvl2pPr marL="505983" indent="0">
              <a:buNone/>
              <a:defRPr sz="1549"/>
            </a:lvl2pPr>
            <a:lvl3pPr marL="1011966" indent="0">
              <a:buNone/>
              <a:defRPr sz="1328"/>
            </a:lvl3pPr>
            <a:lvl4pPr marL="1517950" indent="0">
              <a:buNone/>
              <a:defRPr sz="1107"/>
            </a:lvl4pPr>
            <a:lvl5pPr marL="2023933" indent="0">
              <a:buNone/>
              <a:defRPr sz="1107"/>
            </a:lvl5pPr>
            <a:lvl6pPr marL="2529916" indent="0">
              <a:buNone/>
              <a:defRPr sz="1107"/>
            </a:lvl6pPr>
            <a:lvl7pPr marL="3035899" indent="0">
              <a:buNone/>
              <a:defRPr sz="1107"/>
            </a:lvl7pPr>
            <a:lvl8pPr marL="3541883" indent="0">
              <a:buNone/>
              <a:defRPr sz="1107"/>
            </a:lvl8pPr>
            <a:lvl9pPr marL="4047866" indent="0">
              <a:buNone/>
              <a:defRPr sz="110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2A3C1-395D-48C2-A2EA-C25AE9301880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354C0-EBD0-4001-BDE7-C5A528EB3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11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2A3C1-395D-48C2-A2EA-C25AE9301880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354C0-EBD0-4001-BDE7-C5A528EB3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122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54737" y="404089"/>
            <a:ext cx="2306449" cy="643203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5390" y="404089"/>
            <a:ext cx="6785640" cy="64320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2A3C1-395D-48C2-A2EA-C25AE9301880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354C0-EBD0-4001-BDE7-C5A528EB3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7748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5390" y="404090"/>
            <a:ext cx="9225796" cy="14670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5390" y="2020443"/>
            <a:ext cx="9225796" cy="48156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390" y="7034657"/>
            <a:ext cx="2406729" cy="4040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F2A3C1-395D-48C2-A2EA-C25AE9301880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43241" y="7034657"/>
            <a:ext cx="3610094" cy="4040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54456" y="7034657"/>
            <a:ext cx="2406729" cy="4040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1354C0-EBD0-4001-BDE7-C5A528EB3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969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011966" rtl="0" eaLnBrk="1" latinLnBrk="0" hangingPunct="1">
        <a:lnSpc>
          <a:spcPct val="90000"/>
        </a:lnSpc>
        <a:spcBef>
          <a:spcPct val="0"/>
        </a:spcBef>
        <a:buNone/>
        <a:defRPr sz="486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2992" indent="-252992" algn="l" defTabSz="1011966" rtl="0" eaLnBrk="1" latinLnBrk="0" hangingPunct="1">
        <a:lnSpc>
          <a:spcPct val="90000"/>
        </a:lnSpc>
        <a:spcBef>
          <a:spcPts val="1107"/>
        </a:spcBef>
        <a:buFont typeface="Arial" panose="020B0604020202020204" pitchFamily="34" charset="0"/>
        <a:buChar char="•"/>
        <a:defRPr sz="3099" kern="1200">
          <a:solidFill>
            <a:schemeClr val="tx1"/>
          </a:solidFill>
          <a:latin typeface="+mn-lt"/>
          <a:ea typeface="+mn-ea"/>
          <a:cs typeface="+mn-cs"/>
        </a:defRPr>
      </a:lvl1pPr>
      <a:lvl2pPr marL="758975" indent="-252992" algn="l" defTabSz="1011966" rtl="0" eaLnBrk="1" latinLnBrk="0" hangingPunct="1">
        <a:lnSpc>
          <a:spcPct val="90000"/>
        </a:lnSpc>
        <a:spcBef>
          <a:spcPts val="553"/>
        </a:spcBef>
        <a:buFont typeface="Arial" panose="020B0604020202020204" pitchFamily="34" charset="0"/>
        <a:buChar char="•"/>
        <a:defRPr sz="2656" kern="1200">
          <a:solidFill>
            <a:schemeClr val="tx1"/>
          </a:solidFill>
          <a:latin typeface="+mn-lt"/>
          <a:ea typeface="+mn-ea"/>
          <a:cs typeface="+mn-cs"/>
        </a:defRPr>
      </a:lvl2pPr>
      <a:lvl3pPr marL="1264958" indent="-252992" algn="l" defTabSz="1011966" rtl="0" eaLnBrk="1" latinLnBrk="0" hangingPunct="1">
        <a:lnSpc>
          <a:spcPct val="90000"/>
        </a:lnSpc>
        <a:spcBef>
          <a:spcPts val="553"/>
        </a:spcBef>
        <a:buFont typeface="Arial" panose="020B0604020202020204" pitchFamily="34" charset="0"/>
        <a:buChar char="•"/>
        <a:defRPr sz="2213" kern="1200">
          <a:solidFill>
            <a:schemeClr val="tx1"/>
          </a:solidFill>
          <a:latin typeface="+mn-lt"/>
          <a:ea typeface="+mn-ea"/>
          <a:cs typeface="+mn-cs"/>
        </a:defRPr>
      </a:lvl3pPr>
      <a:lvl4pPr marL="1770941" indent="-252992" algn="l" defTabSz="1011966" rtl="0" eaLnBrk="1" latinLnBrk="0" hangingPunct="1">
        <a:lnSpc>
          <a:spcPct val="90000"/>
        </a:lnSpc>
        <a:spcBef>
          <a:spcPts val="553"/>
        </a:spcBef>
        <a:buFont typeface="Arial" panose="020B0604020202020204" pitchFamily="34" charset="0"/>
        <a:buChar char="•"/>
        <a:defRPr sz="1992" kern="1200">
          <a:solidFill>
            <a:schemeClr val="tx1"/>
          </a:solidFill>
          <a:latin typeface="+mn-lt"/>
          <a:ea typeface="+mn-ea"/>
          <a:cs typeface="+mn-cs"/>
        </a:defRPr>
      </a:lvl4pPr>
      <a:lvl5pPr marL="2276925" indent="-252992" algn="l" defTabSz="1011966" rtl="0" eaLnBrk="1" latinLnBrk="0" hangingPunct="1">
        <a:lnSpc>
          <a:spcPct val="90000"/>
        </a:lnSpc>
        <a:spcBef>
          <a:spcPts val="553"/>
        </a:spcBef>
        <a:buFont typeface="Arial" panose="020B0604020202020204" pitchFamily="34" charset="0"/>
        <a:buChar char="•"/>
        <a:defRPr sz="1992" kern="1200">
          <a:solidFill>
            <a:schemeClr val="tx1"/>
          </a:solidFill>
          <a:latin typeface="+mn-lt"/>
          <a:ea typeface="+mn-ea"/>
          <a:cs typeface="+mn-cs"/>
        </a:defRPr>
      </a:lvl5pPr>
      <a:lvl6pPr marL="2782908" indent="-252992" algn="l" defTabSz="1011966" rtl="0" eaLnBrk="1" latinLnBrk="0" hangingPunct="1">
        <a:lnSpc>
          <a:spcPct val="90000"/>
        </a:lnSpc>
        <a:spcBef>
          <a:spcPts val="553"/>
        </a:spcBef>
        <a:buFont typeface="Arial" panose="020B0604020202020204" pitchFamily="34" charset="0"/>
        <a:buChar char="•"/>
        <a:defRPr sz="1992" kern="1200">
          <a:solidFill>
            <a:schemeClr val="tx1"/>
          </a:solidFill>
          <a:latin typeface="+mn-lt"/>
          <a:ea typeface="+mn-ea"/>
          <a:cs typeface="+mn-cs"/>
        </a:defRPr>
      </a:lvl6pPr>
      <a:lvl7pPr marL="3288891" indent="-252992" algn="l" defTabSz="1011966" rtl="0" eaLnBrk="1" latinLnBrk="0" hangingPunct="1">
        <a:lnSpc>
          <a:spcPct val="90000"/>
        </a:lnSpc>
        <a:spcBef>
          <a:spcPts val="553"/>
        </a:spcBef>
        <a:buFont typeface="Arial" panose="020B0604020202020204" pitchFamily="34" charset="0"/>
        <a:buChar char="•"/>
        <a:defRPr sz="1992" kern="1200">
          <a:solidFill>
            <a:schemeClr val="tx1"/>
          </a:solidFill>
          <a:latin typeface="+mn-lt"/>
          <a:ea typeface="+mn-ea"/>
          <a:cs typeface="+mn-cs"/>
        </a:defRPr>
      </a:lvl7pPr>
      <a:lvl8pPr marL="3794874" indent="-252992" algn="l" defTabSz="1011966" rtl="0" eaLnBrk="1" latinLnBrk="0" hangingPunct="1">
        <a:lnSpc>
          <a:spcPct val="90000"/>
        </a:lnSpc>
        <a:spcBef>
          <a:spcPts val="553"/>
        </a:spcBef>
        <a:buFont typeface="Arial" panose="020B0604020202020204" pitchFamily="34" charset="0"/>
        <a:buChar char="•"/>
        <a:defRPr sz="1992" kern="1200">
          <a:solidFill>
            <a:schemeClr val="tx1"/>
          </a:solidFill>
          <a:latin typeface="+mn-lt"/>
          <a:ea typeface="+mn-ea"/>
          <a:cs typeface="+mn-cs"/>
        </a:defRPr>
      </a:lvl8pPr>
      <a:lvl9pPr marL="4300858" indent="-252992" algn="l" defTabSz="1011966" rtl="0" eaLnBrk="1" latinLnBrk="0" hangingPunct="1">
        <a:lnSpc>
          <a:spcPct val="90000"/>
        </a:lnSpc>
        <a:spcBef>
          <a:spcPts val="553"/>
        </a:spcBef>
        <a:buFont typeface="Arial" panose="020B0604020202020204" pitchFamily="34" charset="0"/>
        <a:buChar char="•"/>
        <a:defRPr sz="199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11966" rtl="0" eaLnBrk="1" latinLnBrk="0" hangingPunct="1">
        <a:defRPr sz="1992" kern="1200">
          <a:solidFill>
            <a:schemeClr val="tx1"/>
          </a:solidFill>
          <a:latin typeface="+mn-lt"/>
          <a:ea typeface="+mn-ea"/>
          <a:cs typeface="+mn-cs"/>
        </a:defRPr>
      </a:lvl1pPr>
      <a:lvl2pPr marL="505983" algn="l" defTabSz="1011966" rtl="0" eaLnBrk="1" latinLnBrk="0" hangingPunct="1">
        <a:defRPr sz="1992" kern="1200">
          <a:solidFill>
            <a:schemeClr val="tx1"/>
          </a:solidFill>
          <a:latin typeface="+mn-lt"/>
          <a:ea typeface="+mn-ea"/>
          <a:cs typeface="+mn-cs"/>
        </a:defRPr>
      </a:lvl2pPr>
      <a:lvl3pPr marL="1011966" algn="l" defTabSz="1011966" rtl="0" eaLnBrk="1" latinLnBrk="0" hangingPunct="1">
        <a:defRPr sz="1992" kern="1200">
          <a:solidFill>
            <a:schemeClr val="tx1"/>
          </a:solidFill>
          <a:latin typeface="+mn-lt"/>
          <a:ea typeface="+mn-ea"/>
          <a:cs typeface="+mn-cs"/>
        </a:defRPr>
      </a:lvl3pPr>
      <a:lvl4pPr marL="1517950" algn="l" defTabSz="1011966" rtl="0" eaLnBrk="1" latinLnBrk="0" hangingPunct="1">
        <a:defRPr sz="1992" kern="1200">
          <a:solidFill>
            <a:schemeClr val="tx1"/>
          </a:solidFill>
          <a:latin typeface="+mn-lt"/>
          <a:ea typeface="+mn-ea"/>
          <a:cs typeface="+mn-cs"/>
        </a:defRPr>
      </a:lvl4pPr>
      <a:lvl5pPr marL="2023933" algn="l" defTabSz="1011966" rtl="0" eaLnBrk="1" latinLnBrk="0" hangingPunct="1">
        <a:defRPr sz="1992" kern="1200">
          <a:solidFill>
            <a:schemeClr val="tx1"/>
          </a:solidFill>
          <a:latin typeface="+mn-lt"/>
          <a:ea typeface="+mn-ea"/>
          <a:cs typeface="+mn-cs"/>
        </a:defRPr>
      </a:lvl5pPr>
      <a:lvl6pPr marL="2529916" algn="l" defTabSz="1011966" rtl="0" eaLnBrk="1" latinLnBrk="0" hangingPunct="1">
        <a:defRPr sz="1992" kern="1200">
          <a:solidFill>
            <a:schemeClr val="tx1"/>
          </a:solidFill>
          <a:latin typeface="+mn-lt"/>
          <a:ea typeface="+mn-ea"/>
          <a:cs typeface="+mn-cs"/>
        </a:defRPr>
      </a:lvl6pPr>
      <a:lvl7pPr marL="3035899" algn="l" defTabSz="1011966" rtl="0" eaLnBrk="1" latinLnBrk="0" hangingPunct="1">
        <a:defRPr sz="1992" kern="1200">
          <a:solidFill>
            <a:schemeClr val="tx1"/>
          </a:solidFill>
          <a:latin typeface="+mn-lt"/>
          <a:ea typeface="+mn-ea"/>
          <a:cs typeface="+mn-cs"/>
        </a:defRPr>
      </a:lvl7pPr>
      <a:lvl8pPr marL="3541883" algn="l" defTabSz="1011966" rtl="0" eaLnBrk="1" latinLnBrk="0" hangingPunct="1">
        <a:defRPr sz="1992" kern="1200">
          <a:solidFill>
            <a:schemeClr val="tx1"/>
          </a:solidFill>
          <a:latin typeface="+mn-lt"/>
          <a:ea typeface="+mn-ea"/>
          <a:cs typeface="+mn-cs"/>
        </a:defRPr>
      </a:lvl8pPr>
      <a:lvl9pPr marL="4047866" algn="l" defTabSz="1011966" rtl="0" eaLnBrk="1" latinLnBrk="0" hangingPunct="1">
        <a:defRPr sz="199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7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emf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1364EE-2FC0-6A19-E9A9-AC8551F08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CDB7A49-3C25-838B-9107-11D082B65D92}"/>
              </a:ext>
            </a:extLst>
          </p:cNvPr>
          <p:cNvGrpSpPr/>
          <p:nvPr/>
        </p:nvGrpSpPr>
        <p:grpSpPr>
          <a:xfrm>
            <a:off x="217714" y="145501"/>
            <a:ext cx="10421257" cy="719195"/>
            <a:chOff x="73958" y="958892"/>
            <a:chExt cx="9070041" cy="276999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BA6B7F3-2145-C6B3-DF80-3E076D6BB1EB}"/>
                </a:ext>
              </a:extLst>
            </p:cNvPr>
            <p:cNvSpPr txBox="1"/>
            <p:nvPr/>
          </p:nvSpPr>
          <p:spPr>
            <a:xfrm>
              <a:off x="73958" y="958892"/>
              <a:ext cx="9070041" cy="276999"/>
            </a:xfrm>
            <a:prstGeom prst="rect">
              <a:avLst/>
            </a:prstGeom>
            <a:gradFill>
              <a:gsLst>
                <a:gs pos="96000">
                  <a:srgbClr val="0C233D"/>
                </a:gs>
                <a:gs pos="69500">
                  <a:srgbClr val="455666"/>
                </a:gs>
                <a:gs pos="35000">
                  <a:srgbClr val="7D888F"/>
                </a:gs>
                <a:gs pos="8000">
                  <a:srgbClr val="DBDEE0"/>
                </a:gs>
              </a:gsLst>
              <a:lin ang="10800000" scaled="0"/>
            </a:gradFill>
            <a:effectLst>
              <a:outerShdw blurRad="38100" dist="50800" dir="5400000" algn="ctr" rotWithShape="0">
                <a:schemeClr val="tx1">
                  <a:lumMod val="50000"/>
                  <a:lumOff val="50000"/>
                </a:schemeClr>
              </a:outerShdw>
            </a:effectLst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2488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4976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7464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9953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12441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34929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7417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9905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342831">
                <a:defRPr/>
              </a:pPr>
              <a:endParaRPr lang="en-US" sz="1200" b="1" kern="0">
                <a:ln>
                  <a:solidFill>
                    <a:srgbClr val="4472C4">
                      <a:lumMod val="75000"/>
                    </a:srgbClr>
                  </a:solidFill>
                </a:ln>
                <a:solidFill>
                  <a:srgbClr val="FFC000">
                    <a:lumMod val="7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F6501FC-7592-F9E5-9F6D-E6F2D4D26110}"/>
                </a:ext>
              </a:extLst>
            </p:cNvPr>
            <p:cNvSpPr txBox="1"/>
            <p:nvPr/>
          </p:nvSpPr>
          <p:spPr>
            <a:xfrm>
              <a:off x="73959" y="998133"/>
              <a:ext cx="3207404" cy="192623"/>
            </a:xfrm>
            <a:prstGeom prst="rect">
              <a:avLst/>
            </a:prstGeom>
            <a:noFill/>
          </p:spPr>
          <p:txBody>
            <a:bodyPr wrap="square" lIns="68566" tIns="34283" rIns="68566" bIns="34283" rtlCol="0" anchor="t">
              <a:spAutoFit/>
            </a:bodyPr>
            <a:lstStyle>
              <a:defPPr>
                <a:defRPr lang="en-US"/>
              </a:defPPr>
              <a:lvl1pPr marL="0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2488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4976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7464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9953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12441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34929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7417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9905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i="1" dirty="0">
                  <a:ln w="3175">
                    <a:solidFill>
                      <a:srgbClr val="FFB200"/>
                    </a:solidFill>
                  </a:ln>
                  <a:solidFill>
                    <a:schemeClr val="bg1"/>
                  </a:solidFill>
                  <a:latin typeface="+mj-lt"/>
                </a:rPr>
                <a:t>Strategic Crime Reduction Analysis</a:t>
              </a:r>
            </a:p>
            <a:p>
              <a:r>
                <a:rPr lang="en-US" sz="1400" i="1" dirty="0">
                  <a:ln w="3175">
                    <a:solidFill>
                      <a:srgbClr val="FFB200"/>
                    </a:solidFill>
                  </a:ln>
                  <a:solidFill>
                    <a:schemeClr val="bg1"/>
                  </a:solidFill>
                  <a:latin typeface="+mj-lt"/>
                </a:rPr>
                <a:t>Prepared by PO R. Carucci</a:t>
              </a:r>
            </a:p>
          </p:txBody>
        </p:sp>
      </p:grpSp>
      <p:pic>
        <p:nvPicPr>
          <p:cNvPr id="20" name="Picture 19" descr="A blue and yellow badge with a person in a hat&#10;&#10;Description automatically generated">
            <a:extLst>
              <a:ext uri="{FF2B5EF4-FFF2-40B4-BE49-F238E27FC236}">
                <a16:creationId xmlns:a16="http://schemas.microsoft.com/office/drawing/2014/main" id="{73C10D28-A047-267D-7384-D247A89B91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56371" y="185124"/>
            <a:ext cx="521734" cy="639946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FF82571-9D52-1DC6-F7F0-7540D01EE1F7}"/>
              </a:ext>
            </a:extLst>
          </p:cNvPr>
          <p:cNvCxnSpPr>
            <a:cxnSpLocks/>
          </p:cNvCxnSpPr>
          <p:nvPr/>
        </p:nvCxnSpPr>
        <p:spPr>
          <a:xfrm>
            <a:off x="6188416" y="1333386"/>
            <a:ext cx="52169" cy="34543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0BE1B77-A6DA-A5FB-91D3-2FD61BA43DAC}"/>
              </a:ext>
            </a:extLst>
          </p:cNvPr>
          <p:cNvCxnSpPr>
            <a:cxnSpLocks/>
          </p:cNvCxnSpPr>
          <p:nvPr/>
        </p:nvCxnSpPr>
        <p:spPr>
          <a:xfrm flipH="1">
            <a:off x="326571" y="4787705"/>
            <a:ext cx="1000034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5755EC4-A96C-ACEA-F23F-A193E0A3056F}"/>
              </a:ext>
            </a:extLst>
          </p:cNvPr>
          <p:cNvSpPr txBox="1"/>
          <p:nvPr/>
        </p:nvSpPr>
        <p:spPr>
          <a:xfrm>
            <a:off x="326571" y="1872254"/>
            <a:ext cx="3975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2488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4976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7464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9953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12441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34929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417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9905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u="sng" dirty="0">
                <a:latin typeface="Aptos ExtraBold" panose="020B0004020202020204" pitchFamily="34" charset="0"/>
              </a:rPr>
              <a:t>Pattern Offenders/Suspects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1BD0CE6-B2E8-874F-416D-1FEC87D1811E}"/>
              </a:ext>
            </a:extLst>
          </p:cNvPr>
          <p:cNvSpPr txBox="1"/>
          <p:nvPr/>
        </p:nvSpPr>
        <p:spPr>
          <a:xfrm>
            <a:off x="4624346" y="926602"/>
            <a:ext cx="5915646" cy="404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2488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4976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7464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9953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12441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34929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417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9905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b="1" u="sng" dirty="0">
                <a:latin typeface="Aptos ExtraBold" panose="020B0004020202020204" pitchFamily="34" charset="0"/>
              </a:rPr>
              <a:t>Spatial</a:t>
            </a:r>
            <a:r>
              <a:rPr lang="en-US" b="1" dirty="0"/>
              <a:t> </a:t>
            </a:r>
            <a:r>
              <a:rPr lang="en-US" sz="1800" b="1" u="sng" dirty="0">
                <a:latin typeface="Aptos ExtraBold" panose="020B0004020202020204" pitchFamily="34" charset="0"/>
              </a:rPr>
              <a:t>Assessment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5018133-3213-7B4C-0014-5674C05D2A5E}"/>
              </a:ext>
            </a:extLst>
          </p:cNvPr>
          <p:cNvSpPr txBox="1"/>
          <p:nvPr/>
        </p:nvSpPr>
        <p:spPr>
          <a:xfrm>
            <a:off x="326571" y="924578"/>
            <a:ext cx="3975315" cy="4088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2488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4976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7464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9953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12441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34929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417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9905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u="sng" dirty="0">
                <a:latin typeface="Aptos ExtraBold" panose="020B0004020202020204" pitchFamily="34" charset="0"/>
              </a:rPr>
              <a:t>Crime</a:t>
            </a:r>
            <a:r>
              <a:rPr lang="en-US" sz="2000" b="1" u="sng" dirty="0">
                <a:latin typeface="Aptos ExtraBold" panose="020B0004020202020204" pitchFamily="34" charset="0"/>
              </a:rPr>
              <a:t>/</a:t>
            </a:r>
            <a:r>
              <a:rPr lang="en-US" sz="1800" b="1" u="sng" dirty="0">
                <a:latin typeface="Aptos ExtraBold" panose="020B0004020202020204" pitchFamily="34" charset="0"/>
              </a:rPr>
              <a:t>Topic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B3EE9F-3DFE-115C-A301-71BFC59EB4A6}"/>
              </a:ext>
            </a:extLst>
          </p:cNvPr>
          <p:cNvSpPr txBox="1"/>
          <p:nvPr/>
        </p:nvSpPr>
        <p:spPr>
          <a:xfrm>
            <a:off x="363542" y="1410553"/>
            <a:ext cx="38143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Residential and Commercial Burglaries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689BE0-9F7B-E1D4-51B8-5053670AB9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16382" y="5852807"/>
            <a:ext cx="4611934" cy="110793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9AE32CB-754D-5033-1352-3B899A22C0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05385" y="1498439"/>
            <a:ext cx="4213910" cy="325605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70985CE-BB9D-8368-79B5-01F9737E9DD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8147" y="2325183"/>
            <a:ext cx="5803223" cy="238671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059435F-7D26-34DB-CB5D-5485A2630B0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8258" y="5852807"/>
            <a:ext cx="5279866" cy="1107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48225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9614F3-4676-70F6-49CD-AB44ADB16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3DCE0CE-50FD-F67A-AB1B-2EB072206E35}"/>
              </a:ext>
            </a:extLst>
          </p:cNvPr>
          <p:cNvGrpSpPr/>
          <p:nvPr/>
        </p:nvGrpSpPr>
        <p:grpSpPr>
          <a:xfrm>
            <a:off x="217714" y="145501"/>
            <a:ext cx="10421257" cy="719195"/>
            <a:chOff x="73958" y="958892"/>
            <a:chExt cx="9070041" cy="276999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AFCFB2C-8C40-1A13-39E4-40D3F2797BB3}"/>
                </a:ext>
              </a:extLst>
            </p:cNvPr>
            <p:cNvSpPr txBox="1"/>
            <p:nvPr/>
          </p:nvSpPr>
          <p:spPr>
            <a:xfrm>
              <a:off x="73958" y="958892"/>
              <a:ext cx="9070041" cy="276999"/>
            </a:xfrm>
            <a:prstGeom prst="rect">
              <a:avLst/>
            </a:prstGeom>
            <a:gradFill>
              <a:gsLst>
                <a:gs pos="96000">
                  <a:srgbClr val="0C233D"/>
                </a:gs>
                <a:gs pos="69500">
                  <a:srgbClr val="455666"/>
                </a:gs>
                <a:gs pos="35000">
                  <a:srgbClr val="7D888F"/>
                </a:gs>
                <a:gs pos="8000">
                  <a:srgbClr val="DBDEE0"/>
                </a:gs>
              </a:gsLst>
              <a:lin ang="10800000" scaled="0"/>
            </a:gradFill>
            <a:effectLst>
              <a:outerShdw blurRad="38100" dist="50800" dir="5400000" algn="ctr" rotWithShape="0">
                <a:schemeClr val="tx1">
                  <a:lumMod val="50000"/>
                  <a:lumOff val="50000"/>
                </a:schemeClr>
              </a:outerShdw>
            </a:effectLst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2488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4976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7464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9953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12441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34929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7417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9905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342831">
                <a:defRPr/>
              </a:pPr>
              <a:endParaRPr lang="en-US" sz="1200" b="1" kern="0">
                <a:ln>
                  <a:solidFill>
                    <a:srgbClr val="4472C4">
                      <a:lumMod val="75000"/>
                    </a:srgbClr>
                  </a:solidFill>
                </a:ln>
                <a:solidFill>
                  <a:srgbClr val="FFC000">
                    <a:lumMod val="7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C24B148-327A-F734-5047-BDCCF9DFDC41}"/>
                </a:ext>
              </a:extLst>
            </p:cNvPr>
            <p:cNvSpPr txBox="1"/>
            <p:nvPr/>
          </p:nvSpPr>
          <p:spPr>
            <a:xfrm>
              <a:off x="73959" y="998133"/>
              <a:ext cx="3207404" cy="192623"/>
            </a:xfrm>
            <a:prstGeom prst="rect">
              <a:avLst/>
            </a:prstGeom>
            <a:noFill/>
          </p:spPr>
          <p:txBody>
            <a:bodyPr wrap="square" lIns="68566" tIns="34283" rIns="68566" bIns="34283" rtlCol="0" anchor="t">
              <a:spAutoFit/>
            </a:bodyPr>
            <a:lstStyle>
              <a:defPPr>
                <a:defRPr lang="en-US"/>
              </a:defPPr>
              <a:lvl1pPr marL="0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2488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4976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7464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9953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12441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34929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7417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9905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i="1" dirty="0">
                  <a:ln w="3175">
                    <a:solidFill>
                      <a:srgbClr val="FFB200"/>
                    </a:solidFill>
                  </a:ln>
                  <a:solidFill>
                    <a:schemeClr val="bg1"/>
                  </a:solidFill>
                  <a:latin typeface="+mj-lt"/>
                </a:rPr>
                <a:t>Strategic Crime Reduction Analysis</a:t>
              </a:r>
            </a:p>
            <a:p>
              <a:r>
                <a:rPr lang="en-US" sz="1400" i="1" dirty="0">
                  <a:ln w="3175">
                    <a:solidFill>
                      <a:srgbClr val="FFB200"/>
                    </a:solidFill>
                  </a:ln>
                  <a:solidFill>
                    <a:schemeClr val="bg1"/>
                  </a:solidFill>
                  <a:latin typeface="+mj-lt"/>
                </a:rPr>
                <a:t>Prepared by PO R. Carucci</a:t>
              </a:r>
            </a:p>
          </p:txBody>
        </p:sp>
      </p:grpSp>
      <p:pic>
        <p:nvPicPr>
          <p:cNvPr id="20" name="Picture 19" descr="A blue and yellow badge with a person in a hat&#10;&#10;Description automatically generated">
            <a:extLst>
              <a:ext uri="{FF2B5EF4-FFF2-40B4-BE49-F238E27FC236}">
                <a16:creationId xmlns:a16="http://schemas.microsoft.com/office/drawing/2014/main" id="{62897858-D654-17A8-5A50-94E426C2E1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56371" y="185124"/>
            <a:ext cx="521734" cy="639946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E260A50-7860-AC5B-F3C9-EA300A045CD9}"/>
              </a:ext>
            </a:extLst>
          </p:cNvPr>
          <p:cNvCxnSpPr>
            <a:cxnSpLocks/>
          </p:cNvCxnSpPr>
          <p:nvPr/>
        </p:nvCxnSpPr>
        <p:spPr>
          <a:xfrm>
            <a:off x="5952136" y="1333386"/>
            <a:ext cx="52169" cy="34543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4B0AF47-4BE3-53C2-FFDE-A8D3DD0820FF}"/>
              </a:ext>
            </a:extLst>
          </p:cNvPr>
          <p:cNvCxnSpPr>
            <a:cxnSpLocks/>
          </p:cNvCxnSpPr>
          <p:nvPr/>
        </p:nvCxnSpPr>
        <p:spPr>
          <a:xfrm flipH="1">
            <a:off x="326571" y="4787705"/>
            <a:ext cx="1000034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1C18280-889F-F719-F309-76204AA327DD}"/>
              </a:ext>
            </a:extLst>
          </p:cNvPr>
          <p:cNvSpPr txBox="1"/>
          <p:nvPr/>
        </p:nvSpPr>
        <p:spPr>
          <a:xfrm>
            <a:off x="326571" y="1779267"/>
            <a:ext cx="3975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2488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4976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7464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9953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12441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34929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417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9905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u="sng" dirty="0">
                <a:latin typeface="Aptos ExtraBold" panose="020B0004020202020204" pitchFamily="34" charset="0"/>
              </a:rPr>
              <a:t>Pattern Offenders/Suspects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7B605C-3103-6086-8D7E-F5321A751EBF}"/>
              </a:ext>
            </a:extLst>
          </p:cNvPr>
          <p:cNvSpPr txBox="1"/>
          <p:nvPr/>
        </p:nvSpPr>
        <p:spPr>
          <a:xfrm>
            <a:off x="4624346" y="924578"/>
            <a:ext cx="5915646" cy="4088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2488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4976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7464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9953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12441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34929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417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9905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b="1" u="sng" dirty="0">
                <a:latin typeface="Aptos ExtraBold" panose="020B0004020202020204" pitchFamily="34" charset="0"/>
              </a:rPr>
              <a:t>Spatial</a:t>
            </a:r>
            <a:r>
              <a:rPr lang="en-US" b="1" dirty="0"/>
              <a:t> </a:t>
            </a:r>
            <a:r>
              <a:rPr lang="en-US" sz="1800" b="1" u="sng" dirty="0">
                <a:latin typeface="Aptos ExtraBold" panose="020B0004020202020204" pitchFamily="34" charset="0"/>
              </a:rPr>
              <a:t>Assessment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9844371-A58D-76FF-8BB7-36FF3F902AA0}"/>
              </a:ext>
            </a:extLst>
          </p:cNvPr>
          <p:cNvSpPr txBox="1"/>
          <p:nvPr/>
        </p:nvSpPr>
        <p:spPr>
          <a:xfrm>
            <a:off x="326571" y="924578"/>
            <a:ext cx="3975315" cy="4088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2488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4976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7464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9953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12441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34929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417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9905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u="sng" dirty="0">
                <a:latin typeface="Aptos ExtraBold" panose="020B0004020202020204" pitchFamily="34" charset="0"/>
              </a:rPr>
              <a:t>Crime</a:t>
            </a:r>
            <a:r>
              <a:rPr lang="en-US" sz="2000" b="1" u="sng" dirty="0">
                <a:latin typeface="Aptos ExtraBold" panose="020B0004020202020204" pitchFamily="34" charset="0"/>
              </a:rPr>
              <a:t>/</a:t>
            </a:r>
            <a:r>
              <a:rPr lang="en-US" sz="1800" b="1" u="sng" dirty="0">
                <a:latin typeface="Aptos ExtraBold" panose="020B0004020202020204" pitchFamily="34" charset="0"/>
              </a:rPr>
              <a:t>Topic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A70DD7-F6C8-3576-23A6-EAB31FB526E5}"/>
              </a:ext>
            </a:extLst>
          </p:cNvPr>
          <p:cNvSpPr txBox="1"/>
          <p:nvPr/>
        </p:nvSpPr>
        <p:spPr>
          <a:xfrm>
            <a:off x="363542" y="1410553"/>
            <a:ext cx="38143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Motor Vehicle Burglary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0B87FD0-FEDE-9602-1A19-8B15B5C62F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25839" y="1336597"/>
            <a:ext cx="4340470" cy="335384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739554E-9C37-222C-EC8F-FF56AA575A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1456" y="2171846"/>
            <a:ext cx="5252910" cy="251997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2BA2D27-CFDE-6A39-9C76-AAB65E0B8E4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8470" y="5997594"/>
            <a:ext cx="4928305" cy="101075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56FB92F-D1AA-43B8-CA4C-B8BA8B6A534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49801" y="5997594"/>
            <a:ext cx="4928304" cy="1010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7268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8BB04-F248-4FAB-FA0C-98EB13050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D8B13CCC-7996-AEE2-018C-9324732FBF0E}"/>
              </a:ext>
            </a:extLst>
          </p:cNvPr>
          <p:cNvGrpSpPr/>
          <p:nvPr/>
        </p:nvGrpSpPr>
        <p:grpSpPr>
          <a:xfrm>
            <a:off x="217714" y="145501"/>
            <a:ext cx="10421257" cy="719195"/>
            <a:chOff x="73958" y="958892"/>
            <a:chExt cx="9070041" cy="276999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77E357E-7DFC-1F55-7676-6731770AFC0C}"/>
                </a:ext>
              </a:extLst>
            </p:cNvPr>
            <p:cNvSpPr txBox="1"/>
            <p:nvPr/>
          </p:nvSpPr>
          <p:spPr>
            <a:xfrm>
              <a:off x="73958" y="958892"/>
              <a:ext cx="9070041" cy="276999"/>
            </a:xfrm>
            <a:prstGeom prst="rect">
              <a:avLst/>
            </a:prstGeom>
            <a:gradFill>
              <a:gsLst>
                <a:gs pos="96000">
                  <a:srgbClr val="0C233D"/>
                </a:gs>
                <a:gs pos="69500">
                  <a:srgbClr val="455666"/>
                </a:gs>
                <a:gs pos="35000">
                  <a:srgbClr val="7D888F"/>
                </a:gs>
                <a:gs pos="8000">
                  <a:srgbClr val="DBDEE0"/>
                </a:gs>
              </a:gsLst>
              <a:lin ang="10800000" scaled="0"/>
            </a:gradFill>
            <a:effectLst>
              <a:outerShdw blurRad="38100" dist="50800" dir="5400000" algn="ctr" rotWithShape="0">
                <a:schemeClr val="tx1">
                  <a:lumMod val="50000"/>
                  <a:lumOff val="50000"/>
                </a:schemeClr>
              </a:outerShdw>
            </a:effectLst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2488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4976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7464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9953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12441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34929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7417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9905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342831">
                <a:defRPr/>
              </a:pPr>
              <a:endParaRPr lang="en-US" sz="1200" b="1" kern="0">
                <a:ln>
                  <a:solidFill>
                    <a:srgbClr val="4472C4">
                      <a:lumMod val="75000"/>
                    </a:srgbClr>
                  </a:solidFill>
                </a:ln>
                <a:solidFill>
                  <a:srgbClr val="FFC000">
                    <a:lumMod val="7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7B4911E-DF42-F300-6AB3-E5784AE55F2E}"/>
                </a:ext>
              </a:extLst>
            </p:cNvPr>
            <p:cNvSpPr txBox="1"/>
            <p:nvPr/>
          </p:nvSpPr>
          <p:spPr>
            <a:xfrm>
              <a:off x="73959" y="998133"/>
              <a:ext cx="3207404" cy="192623"/>
            </a:xfrm>
            <a:prstGeom prst="rect">
              <a:avLst/>
            </a:prstGeom>
            <a:noFill/>
          </p:spPr>
          <p:txBody>
            <a:bodyPr wrap="square" lIns="68566" tIns="34283" rIns="68566" bIns="34283" rtlCol="0" anchor="t">
              <a:spAutoFit/>
            </a:bodyPr>
            <a:lstStyle>
              <a:defPPr>
                <a:defRPr lang="en-US"/>
              </a:defPPr>
              <a:lvl1pPr marL="0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2488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4976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7464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9953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12441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34929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7417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9905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i="1" dirty="0">
                  <a:ln w="3175">
                    <a:solidFill>
                      <a:srgbClr val="FFB200"/>
                    </a:solidFill>
                  </a:ln>
                  <a:solidFill>
                    <a:schemeClr val="bg1"/>
                  </a:solidFill>
                  <a:latin typeface="+mj-lt"/>
                </a:rPr>
                <a:t>Strategic Crime Reduction Analysis</a:t>
              </a:r>
            </a:p>
            <a:p>
              <a:r>
                <a:rPr lang="en-US" sz="1400" i="1" dirty="0">
                  <a:ln w="3175">
                    <a:solidFill>
                      <a:srgbClr val="FFB200"/>
                    </a:solidFill>
                  </a:ln>
                  <a:solidFill>
                    <a:schemeClr val="bg1"/>
                  </a:solidFill>
                  <a:latin typeface="+mj-lt"/>
                </a:rPr>
                <a:t>Prepared by PO R. Carucci</a:t>
              </a:r>
            </a:p>
          </p:txBody>
        </p:sp>
      </p:grpSp>
      <p:pic>
        <p:nvPicPr>
          <p:cNvPr id="20" name="Picture 19" descr="A blue and yellow badge with a person in a hat&#10;&#10;Description automatically generated">
            <a:extLst>
              <a:ext uri="{FF2B5EF4-FFF2-40B4-BE49-F238E27FC236}">
                <a16:creationId xmlns:a16="http://schemas.microsoft.com/office/drawing/2014/main" id="{678E3416-C686-FDF0-8A3E-CD856CD99F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56371" y="185124"/>
            <a:ext cx="521734" cy="639946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CF1E475-552D-A49B-CD52-9D05258B07D1}"/>
              </a:ext>
            </a:extLst>
          </p:cNvPr>
          <p:cNvCxnSpPr>
            <a:cxnSpLocks/>
          </p:cNvCxnSpPr>
          <p:nvPr/>
        </p:nvCxnSpPr>
        <p:spPr>
          <a:xfrm>
            <a:off x="5163356" y="1333386"/>
            <a:ext cx="52169" cy="34543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09F8DE2-A8D5-629F-28CC-BD9F02AA4D95}"/>
              </a:ext>
            </a:extLst>
          </p:cNvPr>
          <p:cNvCxnSpPr>
            <a:cxnSpLocks/>
          </p:cNvCxnSpPr>
          <p:nvPr/>
        </p:nvCxnSpPr>
        <p:spPr>
          <a:xfrm flipH="1">
            <a:off x="326571" y="4787705"/>
            <a:ext cx="1000034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2E4D2F0-48AC-1E78-A65A-1C25D0D7E5D5}"/>
              </a:ext>
            </a:extLst>
          </p:cNvPr>
          <p:cNvSpPr txBox="1"/>
          <p:nvPr/>
        </p:nvSpPr>
        <p:spPr>
          <a:xfrm>
            <a:off x="363542" y="1872387"/>
            <a:ext cx="3975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2488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4976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7464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9953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12441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34929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417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9905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u="sng" dirty="0">
                <a:latin typeface="Aptos ExtraBold" panose="020B0004020202020204" pitchFamily="34" charset="0"/>
              </a:rPr>
              <a:t>Pattern Offenders/Suspects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3AE88AE-869C-FA22-49F8-067524BBED0D}"/>
              </a:ext>
            </a:extLst>
          </p:cNvPr>
          <p:cNvSpPr txBox="1"/>
          <p:nvPr/>
        </p:nvSpPr>
        <p:spPr>
          <a:xfrm>
            <a:off x="4624346" y="924578"/>
            <a:ext cx="5915646" cy="4088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2488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4976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7464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9953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12441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34929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417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9905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b="1" u="sng" dirty="0">
                <a:latin typeface="Aptos ExtraBold" panose="020B0004020202020204" pitchFamily="34" charset="0"/>
              </a:rPr>
              <a:t>Spatial</a:t>
            </a:r>
            <a:r>
              <a:rPr lang="en-US" b="1" dirty="0"/>
              <a:t> </a:t>
            </a:r>
            <a:r>
              <a:rPr lang="en-US" sz="1800" b="1" u="sng" dirty="0">
                <a:latin typeface="Aptos ExtraBold" panose="020B0004020202020204" pitchFamily="34" charset="0"/>
              </a:rPr>
              <a:t>Assessment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0372149-D1C9-3123-CF94-1C31661822F8}"/>
              </a:ext>
            </a:extLst>
          </p:cNvPr>
          <p:cNvSpPr txBox="1"/>
          <p:nvPr/>
        </p:nvSpPr>
        <p:spPr>
          <a:xfrm>
            <a:off x="326571" y="924578"/>
            <a:ext cx="3975315" cy="4088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2488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4976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7464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9953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12441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34929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417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9905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u="sng" dirty="0">
                <a:latin typeface="Aptos ExtraBold" panose="020B0004020202020204" pitchFamily="34" charset="0"/>
              </a:rPr>
              <a:t>Crime</a:t>
            </a:r>
            <a:r>
              <a:rPr lang="en-US" sz="2000" b="1" u="sng" dirty="0">
                <a:latin typeface="Aptos ExtraBold" panose="020B0004020202020204" pitchFamily="34" charset="0"/>
              </a:rPr>
              <a:t>/</a:t>
            </a:r>
            <a:r>
              <a:rPr lang="en-US" sz="1800" b="1" u="sng" dirty="0">
                <a:latin typeface="Aptos ExtraBold" panose="020B0004020202020204" pitchFamily="34" charset="0"/>
              </a:rPr>
              <a:t>Topic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C413AF-7BDC-95C3-D7E3-FFEA18782840}"/>
              </a:ext>
            </a:extLst>
          </p:cNvPr>
          <p:cNvSpPr txBox="1"/>
          <p:nvPr/>
        </p:nvSpPr>
        <p:spPr>
          <a:xfrm>
            <a:off x="363542" y="1410553"/>
            <a:ext cx="38143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Motor Vehicle Theft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80DEB4-F25F-AF9C-0F57-D17F9F834A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54446" y="1483606"/>
            <a:ext cx="4201925" cy="324679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12C8C63-5A26-58DD-A26C-BFC9DE93C4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8017" y="6170145"/>
            <a:ext cx="4617720" cy="69335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56DDFCA-F5C3-F0B0-D1CD-38429D1AA72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93754" y="5582654"/>
            <a:ext cx="4614804" cy="127496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C1D4373-6D77-306F-2FDF-C024D986BB9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66400" y="2266856"/>
            <a:ext cx="2884659" cy="246354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0CB27AB-ED3A-F41C-9477-77711729EC8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9026" y="2266855"/>
            <a:ext cx="2884659" cy="246354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E627A9A-668C-CC0D-452A-80A78213A15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09260" y="1308472"/>
            <a:ext cx="9145276" cy="4686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3832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3FD5B7-8BB2-2C08-1080-0D8F3412D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29D7B2A-8490-3792-53DD-E3807BBC4932}"/>
              </a:ext>
            </a:extLst>
          </p:cNvPr>
          <p:cNvGrpSpPr/>
          <p:nvPr/>
        </p:nvGrpSpPr>
        <p:grpSpPr>
          <a:xfrm>
            <a:off x="217714" y="145501"/>
            <a:ext cx="10421257" cy="719195"/>
            <a:chOff x="73958" y="958892"/>
            <a:chExt cx="9070041" cy="276999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62B80E8-BD0C-47E7-6A7B-8629450091C7}"/>
                </a:ext>
              </a:extLst>
            </p:cNvPr>
            <p:cNvSpPr txBox="1"/>
            <p:nvPr/>
          </p:nvSpPr>
          <p:spPr>
            <a:xfrm>
              <a:off x="73958" y="958892"/>
              <a:ext cx="9070041" cy="276999"/>
            </a:xfrm>
            <a:prstGeom prst="rect">
              <a:avLst/>
            </a:prstGeom>
            <a:gradFill>
              <a:gsLst>
                <a:gs pos="96000">
                  <a:srgbClr val="0C233D"/>
                </a:gs>
                <a:gs pos="69500">
                  <a:srgbClr val="455666"/>
                </a:gs>
                <a:gs pos="35000">
                  <a:srgbClr val="7D888F"/>
                </a:gs>
                <a:gs pos="8000">
                  <a:srgbClr val="DBDEE0"/>
                </a:gs>
              </a:gsLst>
              <a:lin ang="10800000" scaled="0"/>
            </a:gradFill>
            <a:effectLst>
              <a:outerShdw blurRad="38100" dist="50800" dir="5400000" algn="ctr" rotWithShape="0">
                <a:schemeClr val="tx1">
                  <a:lumMod val="50000"/>
                  <a:lumOff val="50000"/>
                </a:schemeClr>
              </a:outerShdw>
            </a:effectLst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2488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4976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7464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9953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12441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34929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7417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9905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342831">
                <a:defRPr/>
              </a:pPr>
              <a:endParaRPr lang="en-US" sz="1200" b="1" kern="0">
                <a:ln>
                  <a:solidFill>
                    <a:srgbClr val="4472C4">
                      <a:lumMod val="75000"/>
                    </a:srgbClr>
                  </a:solidFill>
                </a:ln>
                <a:solidFill>
                  <a:srgbClr val="FFC000">
                    <a:lumMod val="7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65EC36B-9308-E31C-D891-60103F672B2B}"/>
                </a:ext>
              </a:extLst>
            </p:cNvPr>
            <p:cNvSpPr txBox="1"/>
            <p:nvPr/>
          </p:nvSpPr>
          <p:spPr>
            <a:xfrm>
              <a:off x="73959" y="998133"/>
              <a:ext cx="3207404" cy="192623"/>
            </a:xfrm>
            <a:prstGeom prst="rect">
              <a:avLst/>
            </a:prstGeom>
            <a:noFill/>
          </p:spPr>
          <p:txBody>
            <a:bodyPr wrap="square" lIns="68566" tIns="34283" rIns="68566" bIns="34283" rtlCol="0" anchor="t">
              <a:spAutoFit/>
            </a:bodyPr>
            <a:lstStyle>
              <a:defPPr>
                <a:defRPr lang="en-US"/>
              </a:defPPr>
              <a:lvl1pPr marL="0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2488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4976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7464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9953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12441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34929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7417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9905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i="1" dirty="0">
                  <a:ln w="3175">
                    <a:solidFill>
                      <a:srgbClr val="FFB200"/>
                    </a:solidFill>
                  </a:ln>
                  <a:solidFill>
                    <a:schemeClr val="bg1"/>
                  </a:solidFill>
                  <a:latin typeface="+mj-lt"/>
                </a:rPr>
                <a:t>Strategic Crime Reduction Analysis</a:t>
              </a:r>
            </a:p>
            <a:p>
              <a:r>
                <a:rPr lang="en-US" sz="1400" i="1" dirty="0">
                  <a:ln w="3175">
                    <a:solidFill>
                      <a:srgbClr val="FFB200"/>
                    </a:solidFill>
                  </a:ln>
                  <a:solidFill>
                    <a:schemeClr val="bg1"/>
                  </a:solidFill>
                  <a:latin typeface="+mj-lt"/>
                </a:rPr>
                <a:t>Prepared by PO R. Carucci</a:t>
              </a:r>
            </a:p>
          </p:txBody>
        </p:sp>
      </p:grpSp>
      <p:pic>
        <p:nvPicPr>
          <p:cNvPr id="20" name="Picture 19" descr="A blue and yellow badge with a person in a hat&#10;&#10;Description automatically generated">
            <a:extLst>
              <a:ext uri="{FF2B5EF4-FFF2-40B4-BE49-F238E27FC236}">
                <a16:creationId xmlns:a16="http://schemas.microsoft.com/office/drawing/2014/main" id="{4154491B-4DF9-DE5E-3B4C-C34DAB8A84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56371" y="185124"/>
            <a:ext cx="521734" cy="639946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0CEA663-E11E-55DA-4135-A1DAA86377F3}"/>
              </a:ext>
            </a:extLst>
          </p:cNvPr>
          <p:cNvCxnSpPr>
            <a:cxnSpLocks/>
          </p:cNvCxnSpPr>
          <p:nvPr/>
        </p:nvCxnSpPr>
        <p:spPr>
          <a:xfrm>
            <a:off x="5129085" y="1168286"/>
            <a:ext cx="61952" cy="410211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9076C33-779E-E933-3967-6500DFE0B658}"/>
              </a:ext>
            </a:extLst>
          </p:cNvPr>
          <p:cNvSpPr txBox="1"/>
          <p:nvPr/>
        </p:nvSpPr>
        <p:spPr>
          <a:xfrm>
            <a:off x="283080" y="1806341"/>
            <a:ext cx="3975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2488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4976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7464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9953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12441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34929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417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9905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u="sng" dirty="0">
                <a:latin typeface="Aptos ExtraBold" panose="020B0004020202020204" pitchFamily="34" charset="0"/>
              </a:rPr>
              <a:t>Pattern Offenders/Suspects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CB087F3-8231-4D83-7E45-A48EC15A50C8}"/>
              </a:ext>
            </a:extLst>
          </p:cNvPr>
          <p:cNvSpPr txBox="1"/>
          <p:nvPr/>
        </p:nvSpPr>
        <p:spPr>
          <a:xfrm>
            <a:off x="4624346" y="924578"/>
            <a:ext cx="5915646" cy="4088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2488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4976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7464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9953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12441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34929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417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9905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b="1" u="sng" dirty="0">
                <a:latin typeface="Aptos ExtraBold" panose="020B0004020202020204" pitchFamily="34" charset="0"/>
              </a:rPr>
              <a:t>Spatial</a:t>
            </a:r>
            <a:r>
              <a:rPr lang="en-US" b="1" dirty="0"/>
              <a:t> </a:t>
            </a:r>
            <a:r>
              <a:rPr lang="en-US" sz="1800" b="1" u="sng" dirty="0">
                <a:latin typeface="Aptos ExtraBold" panose="020B0004020202020204" pitchFamily="34" charset="0"/>
              </a:rPr>
              <a:t>Assessment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9DC1C02-44C4-4D51-D708-172C2CE07F47}"/>
              </a:ext>
            </a:extLst>
          </p:cNvPr>
          <p:cNvSpPr txBox="1"/>
          <p:nvPr/>
        </p:nvSpPr>
        <p:spPr>
          <a:xfrm>
            <a:off x="326571" y="924578"/>
            <a:ext cx="3975315" cy="4088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2488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4976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7464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9953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12441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34929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417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9905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u="sng" dirty="0">
                <a:latin typeface="Aptos ExtraBold" panose="020B0004020202020204" pitchFamily="34" charset="0"/>
              </a:rPr>
              <a:t>Crime</a:t>
            </a:r>
            <a:r>
              <a:rPr lang="en-US" sz="2000" b="1" u="sng" dirty="0">
                <a:latin typeface="Aptos ExtraBold" panose="020B0004020202020204" pitchFamily="34" charset="0"/>
              </a:rPr>
              <a:t>/</a:t>
            </a:r>
            <a:r>
              <a:rPr lang="en-US" sz="1800" b="1" u="sng" dirty="0">
                <a:latin typeface="Aptos ExtraBold" panose="020B0004020202020204" pitchFamily="34" charset="0"/>
              </a:rPr>
              <a:t>Topic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3EE03D-98B1-2618-B649-C491D80E2678}"/>
              </a:ext>
            </a:extLst>
          </p:cNvPr>
          <p:cNvSpPr txBox="1"/>
          <p:nvPr/>
        </p:nvSpPr>
        <p:spPr>
          <a:xfrm>
            <a:off x="363542" y="1410553"/>
            <a:ext cx="38143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Robbery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B1FF38E-EC5C-8558-E436-563152656EB6}"/>
              </a:ext>
            </a:extLst>
          </p:cNvPr>
          <p:cNvCxnSpPr>
            <a:cxnSpLocks/>
          </p:cNvCxnSpPr>
          <p:nvPr/>
        </p:nvCxnSpPr>
        <p:spPr>
          <a:xfrm flipH="1">
            <a:off x="326571" y="5256205"/>
            <a:ext cx="1000034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535F5F85-C538-D984-3D10-CF520A9B44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42572" y="1526835"/>
            <a:ext cx="4504972" cy="348095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6B3C15C-1DDE-DB22-F68E-DF3D0596C8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42572" y="6244099"/>
            <a:ext cx="4769301" cy="10392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F2F530E-D781-3B8E-9A00-DAD4AFBAB29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4702" y="6511269"/>
            <a:ext cx="4773168" cy="77212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07313C3-6BA0-764F-9372-7CF4C191B8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031" y="2202596"/>
            <a:ext cx="3586799" cy="2873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9510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461A2E-B6E0-2E08-A8A1-F3BD4B5C76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D963094-3E7C-0149-5B21-6D3D998A0709}"/>
              </a:ext>
            </a:extLst>
          </p:cNvPr>
          <p:cNvGrpSpPr/>
          <p:nvPr/>
        </p:nvGrpSpPr>
        <p:grpSpPr>
          <a:xfrm>
            <a:off x="217714" y="145501"/>
            <a:ext cx="10421257" cy="719195"/>
            <a:chOff x="73958" y="958892"/>
            <a:chExt cx="9070041" cy="276999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926E1D0-2DD7-B7AE-4B23-2A7DF8AC0325}"/>
                </a:ext>
              </a:extLst>
            </p:cNvPr>
            <p:cNvSpPr txBox="1"/>
            <p:nvPr/>
          </p:nvSpPr>
          <p:spPr>
            <a:xfrm>
              <a:off x="73958" y="958892"/>
              <a:ext cx="9070041" cy="276999"/>
            </a:xfrm>
            <a:prstGeom prst="rect">
              <a:avLst/>
            </a:prstGeom>
            <a:gradFill>
              <a:gsLst>
                <a:gs pos="96000">
                  <a:srgbClr val="0C233D"/>
                </a:gs>
                <a:gs pos="69500">
                  <a:srgbClr val="455666"/>
                </a:gs>
                <a:gs pos="35000">
                  <a:srgbClr val="7D888F"/>
                </a:gs>
                <a:gs pos="8000">
                  <a:srgbClr val="DBDEE0"/>
                </a:gs>
              </a:gsLst>
              <a:lin ang="10800000" scaled="0"/>
            </a:gradFill>
            <a:effectLst>
              <a:outerShdw blurRad="38100" dist="50800" dir="5400000" algn="ctr" rotWithShape="0">
                <a:schemeClr val="tx1">
                  <a:lumMod val="50000"/>
                  <a:lumOff val="50000"/>
                </a:schemeClr>
              </a:outerShdw>
            </a:effectLst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2488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4976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7464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9953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12441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34929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7417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9905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342831">
                <a:defRPr/>
              </a:pPr>
              <a:endParaRPr lang="en-US" sz="1200" b="1" kern="0">
                <a:ln>
                  <a:solidFill>
                    <a:srgbClr val="4472C4">
                      <a:lumMod val="75000"/>
                    </a:srgbClr>
                  </a:solidFill>
                </a:ln>
                <a:solidFill>
                  <a:srgbClr val="FFC000">
                    <a:lumMod val="7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EA68C91-F7C1-9115-DC5F-D681C1DB668B}"/>
                </a:ext>
              </a:extLst>
            </p:cNvPr>
            <p:cNvSpPr txBox="1"/>
            <p:nvPr/>
          </p:nvSpPr>
          <p:spPr>
            <a:xfrm>
              <a:off x="73959" y="998133"/>
              <a:ext cx="3207404" cy="192623"/>
            </a:xfrm>
            <a:prstGeom prst="rect">
              <a:avLst/>
            </a:prstGeom>
            <a:noFill/>
          </p:spPr>
          <p:txBody>
            <a:bodyPr wrap="square" lIns="68566" tIns="34283" rIns="68566" bIns="34283" rtlCol="0" anchor="t">
              <a:spAutoFit/>
            </a:bodyPr>
            <a:lstStyle>
              <a:defPPr>
                <a:defRPr lang="en-US"/>
              </a:defPPr>
              <a:lvl1pPr marL="0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2488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4976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7464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9953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12441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34929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7417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9905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i="1" dirty="0">
                  <a:ln w="3175">
                    <a:solidFill>
                      <a:srgbClr val="FFB200"/>
                    </a:solidFill>
                  </a:ln>
                  <a:solidFill>
                    <a:schemeClr val="bg1"/>
                  </a:solidFill>
                  <a:latin typeface="+mj-lt"/>
                </a:rPr>
                <a:t>Strategic Crime Reduction Analysis</a:t>
              </a:r>
            </a:p>
            <a:p>
              <a:r>
                <a:rPr lang="en-US" sz="1400" i="1" dirty="0">
                  <a:ln w="3175">
                    <a:solidFill>
                      <a:srgbClr val="FFB200"/>
                    </a:solidFill>
                  </a:ln>
                  <a:solidFill>
                    <a:schemeClr val="bg1"/>
                  </a:solidFill>
                  <a:latin typeface="+mj-lt"/>
                </a:rPr>
                <a:t>Prepared by PO R. Carucci</a:t>
              </a:r>
            </a:p>
          </p:txBody>
        </p:sp>
      </p:grpSp>
      <p:pic>
        <p:nvPicPr>
          <p:cNvPr id="20" name="Picture 19" descr="A blue and yellow badge with a person in a hat&#10;&#10;Description automatically generated">
            <a:extLst>
              <a:ext uri="{FF2B5EF4-FFF2-40B4-BE49-F238E27FC236}">
                <a16:creationId xmlns:a16="http://schemas.microsoft.com/office/drawing/2014/main" id="{6307665D-8A8B-354B-3B9A-BCC8108278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56371" y="185124"/>
            <a:ext cx="521734" cy="639946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B746E7B-9A1A-0787-60D4-C3FC6DA9EBC0}"/>
              </a:ext>
            </a:extLst>
          </p:cNvPr>
          <p:cNvCxnSpPr>
            <a:cxnSpLocks/>
          </p:cNvCxnSpPr>
          <p:nvPr/>
        </p:nvCxnSpPr>
        <p:spPr>
          <a:xfrm>
            <a:off x="4942106" y="1263536"/>
            <a:ext cx="52169" cy="34543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046A8A9-50AF-805C-785A-772E8194677A}"/>
              </a:ext>
            </a:extLst>
          </p:cNvPr>
          <p:cNvCxnSpPr>
            <a:cxnSpLocks/>
          </p:cNvCxnSpPr>
          <p:nvPr/>
        </p:nvCxnSpPr>
        <p:spPr>
          <a:xfrm flipH="1">
            <a:off x="326571" y="4717855"/>
            <a:ext cx="1000034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5DFEEA4-8196-664A-FF30-814A8A0A4171}"/>
              </a:ext>
            </a:extLst>
          </p:cNvPr>
          <p:cNvSpPr txBox="1"/>
          <p:nvPr/>
        </p:nvSpPr>
        <p:spPr>
          <a:xfrm>
            <a:off x="363542" y="2699449"/>
            <a:ext cx="3975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2488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4976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7464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9953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12441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34929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417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9905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u="sng" dirty="0">
                <a:latin typeface="Aptos ExtraBold" panose="020B0004020202020204" pitchFamily="34" charset="0"/>
              </a:rPr>
              <a:t>Pattern Offenders/Suspects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A30FE23-687D-A9F6-3815-5CD122A5D2A8}"/>
              </a:ext>
            </a:extLst>
          </p:cNvPr>
          <p:cNvSpPr txBox="1"/>
          <p:nvPr/>
        </p:nvSpPr>
        <p:spPr>
          <a:xfrm>
            <a:off x="4427995" y="924578"/>
            <a:ext cx="6111997" cy="4088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2488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4976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7464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9953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12441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34929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417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9905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b="1" u="sng" dirty="0">
                <a:latin typeface="Aptos ExtraBold" panose="020B0004020202020204" pitchFamily="34" charset="0"/>
              </a:rPr>
              <a:t>Spatial</a:t>
            </a:r>
            <a:r>
              <a:rPr lang="en-US" b="1" dirty="0"/>
              <a:t> </a:t>
            </a:r>
            <a:r>
              <a:rPr lang="en-US" sz="1800" b="1" u="sng" dirty="0">
                <a:latin typeface="Aptos ExtraBold" panose="020B0004020202020204" pitchFamily="34" charset="0"/>
              </a:rPr>
              <a:t>Assessment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BD2AF7A-C9D8-4567-217D-966067872414}"/>
              </a:ext>
            </a:extLst>
          </p:cNvPr>
          <p:cNvSpPr txBox="1"/>
          <p:nvPr/>
        </p:nvSpPr>
        <p:spPr>
          <a:xfrm>
            <a:off x="326571" y="924578"/>
            <a:ext cx="3975315" cy="4088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2488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4976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7464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9953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12441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34929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417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9905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u="sng" dirty="0">
                <a:latin typeface="Aptos ExtraBold" panose="020B0004020202020204" pitchFamily="34" charset="0"/>
              </a:rPr>
              <a:t>Crime</a:t>
            </a:r>
            <a:r>
              <a:rPr lang="en-US" sz="2000" b="1" u="sng" dirty="0">
                <a:latin typeface="Aptos ExtraBold" panose="020B0004020202020204" pitchFamily="34" charset="0"/>
              </a:rPr>
              <a:t>/</a:t>
            </a:r>
            <a:r>
              <a:rPr lang="en-US" sz="1800" b="1" u="sng" dirty="0">
                <a:latin typeface="Aptos ExtraBold" panose="020B0004020202020204" pitchFamily="34" charset="0"/>
              </a:rPr>
              <a:t>Topic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B63965-D5CA-2549-2701-0EC597466C2F}"/>
              </a:ext>
            </a:extLst>
          </p:cNvPr>
          <p:cNvSpPr txBox="1"/>
          <p:nvPr/>
        </p:nvSpPr>
        <p:spPr>
          <a:xfrm>
            <a:off x="363542" y="1410553"/>
            <a:ext cx="38143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Sexual Offenses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B967F0-FC90-6FE0-748F-BD5E85EC3F59}"/>
              </a:ext>
            </a:extLst>
          </p:cNvPr>
          <p:cNvSpPr txBox="1"/>
          <p:nvPr/>
        </p:nvSpPr>
        <p:spPr>
          <a:xfrm>
            <a:off x="363542" y="3180153"/>
            <a:ext cx="36978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N/A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0FB4CF8-1731-6A1B-7D93-8737D312F8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26742" y="1269806"/>
            <a:ext cx="4313727" cy="333318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68E348F-B60D-1A67-9376-9A52FACA991F}"/>
              </a:ext>
            </a:extLst>
          </p:cNvPr>
          <p:cNvSpPr txBox="1"/>
          <p:nvPr/>
        </p:nvSpPr>
        <p:spPr>
          <a:xfrm>
            <a:off x="217714" y="4684803"/>
            <a:ext cx="23166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No Incidents occurred in the previous 7 days or 28 days.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3DCB52-D775-9AE5-6B0E-CDD887A8D0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9046" y="6320032"/>
            <a:ext cx="7128192" cy="895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75639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1799</TotalTime>
  <Words>123</Words>
  <Application>Microsoft Office PowerPoint</Application>
  <PresentationFormat>Custom</PresentationFormat>
  <Paragraphs>32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Aptos ExtraBold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Robert Carucci</dc:creator>
  <cp:lastModifiedBy>Robert Carucci</cp:lastModifiedBy>
  <cp:revision>25</cp:revision>
  <cp:lastPrinted>2024-03-13T21:12:29Z</cp:lastPrinted>
  <dcterms:created xsi:type="dcterms:W3CDTF">2024-03-08T16:09:34Z</dcterms:created>
  <dcterms:modified xsi:type="dcterms:W3CDTF">2025-05-29T21:30:03Z</dcterms:modified>
</cp:coreProperties>
</file>