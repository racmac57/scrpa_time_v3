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7" r:id="rId3"/>
    <p:sldId id="290" r:id="rId4"/>
    <p:sldId id="289" r:id="rId5"/>
    <p:sldId id="288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0F9"/>
    <a:srgbClr val="E0404C"/>
    <a:srgbClr val="05EDFE"/>
    <a:srgbClr val="36105B"/>
    <a:srgbClr val="D100D0"/>
    <a:srgbClr val="020D56"/>
    <a:srgbClr val="00EBFF"/>
    <a:srgbClr val="023F93"/>
    <a:srgbClr val="9ADBFE"/>
    <a:srgbClr val="513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AE65D-8267-4F86-8F0A-BA803A734201}" v="19" dt="2025-05-06T18:50:18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20" d="100"/>
          <a:sy n="120" d="100"/>
        </p:scale>
        <p:origin x="1800" y="342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2CCAE65D-8267-4F86-8F0A-BA803A734201}"/>
    <pc:docChg chg="undo custSel modSld sldOrd">
      <pc:chgData name="Robert Carucci" userId="5be546eb-4763-4194-b93d-35346ec02cb5" providerId="ADAL" clId="{2CCAE65D-8267-4F86-8F0A-BA803A734201}" dt="2025-05-06T18:50:21.351" v="1109" actId="1076"/>
      <pc:docMkLst>
        <pc:docMk/>
      </pc:docMkLst>
      <pc:sldChg chg="addSp delSp modSp mod">
        <pc:chgData name="Robert Carucci" userId="5be546eb-4763-4194-b93d-35346ec02cb5" providerId="ADAL" clId="{2CCAE65D-8267-4F86-8F0A-BA803A734201}" dt="2025-05-06T18:42:47.133" v="1032" actId="1076"/>
        <pc:sldMkLst>
          <pc:docMk/>
          <pc:sldMk cId="1185383279" sldId="286"/>
        </pc:sldMkLst>
        <pc:spChg chg="mod">
          <ac:chgData name="Robert Carucci" userId="5be546eb-4763-4194-b93d-35346ec02cb5" providerId="ADAL" clId="{2CCAE65D-8267-4F86-8F0A-BA803A734201}" dt="2025-05-06T18:02:08.508" v="793" actId="14100"/>
          <ac:spMkLst>
            <pc:docMk/>
            <pc:sldMk cId="1185383279" sldId="286"/>
            <ac:spMk id="3" creationId="{1DC413AF-7BDC-95C3-D7E3-FFEA18782840}"/>
          </ac:spMkLst>
        </pc:spChg>
        <pc:spChg chg="mod">
          <ac:chgData name="Robert Carucci" userId="5be546eb-4763-4194-b93d-35346ec02cb5" providerId="ADAL" clId="{2CCAE65D-8267-4F86-8F0A-BA803A734201}" dt="2025-05-06T18:02:29.151" v="830" actId="122"/>
          <ac:spMkLst>
            <pc:docMk/>
            <pc:sldMk cId="1185383279" sldId="286"/>
            <ac:spMk id="11" creationId="{D2E4D2F0-48AC-1E78-A65A-1C25D0D7E5D5}"/>
          </ac:spMkLst>
        </pc:spChg>
        <pc:spChg chg="del">
          <ac:chgData name="Robert Carucci" userId="5be546eb-4763-4194-b93d-35346ec02cb5" providerId="ADAL" clId="{2CCAE65D-8267-4F86-8F0A-BA803A734201}" dt="2025-05-06T18:00:21.265" v="692" actId="478"/>
          <ac:spMkLst>
            <pc:docMk/>
            <pc:sldMk cId="1185383279" sldId="286"/>
            <ac:spMk id="13" creationId="{83AE88AE-869C-FA22-49F8-067524BBED0D}"/>
          </ac:spMkLst>
        </pc:spChg>
        <pc:spChg chg="del mod">
          <ac:chgData name="Robert Carucci" userId="5be546eb-4763-4194-b93d-35346ec02cb5" providerId="ADAL" clId="{2CCAE65D-8267-4F86-8F0A-BA803A734201}" dt="2025-05-06T18:00:19.112" v="691" actId="478"/>
          <ac:spMkLst>
            <pc:docMk/>
            <pc:sldMk cId="1185383279" sldId="286"/>
            <ac:spMk id="18" creationId="{10372149-D1C9-3123-CF94-1C31661822F8}"/>
          </ac:spMkLst>
        </pc:spChg>
        <pc:picChg chg="mod">
          <ac:chgData name="Robert Carucci" userId="5be546eb-4763-4194-b93d-35346ec02cb5" providerId="ADAL" clId="{2CCAE65D-8267-4F86-8F0A-BA803A734201}" dt="2025-05-06T18:01:14.758" v="700" actId="1076"/>
          <ac:picMkLst>
            <pc:docMk/>
            <pc:sldMk cId="1185383279" sldId="286"/>
            <ac:picMk id="4" creationId="{FD80DEB4-F25F-AF9C-0F57-D17F9F834AC4}"/>
          </ac:picMkLst>
        </pc:picChg>
        <pc:picChg chg="del mod">
          <ac:chgData name="Robert Carucci" userId="5be546eb-4763-4194-b93d-35346ec02cb5" providerId="ADAL" clId="{2CCAE65D-8267-4F86-8F0A-BA803A734201}" dt="2025-05-06T18:02:34.627" v="832" actId="478"/>
          <ac:picMkLst>
            <pc:docMk/>
            <pc:sldMk cId="1185383279" sldId="286"/>
            <ac:picMk id="5" creationId="{80CB27AB-ED3A-F41C-9477-77711729EC81}"/>
          </ac:picMkLst>
        </pc:picChg>
        <pc:picChg chg="del">
          <ac:chgData name="Robert Carucci" userId="5be546eb-4763-4194-b93d-35346ec02cb5" providerId="ADAL" clId="{2CCAE65D-8267-4F86-8F0A-BA803A734201}" dt="2025-05-06T17:18:57.114" v="4" actId="478"/>
          <ac:picMkLst>
            <pc:docMk/>
            <pc:sldMk cId="1185383279" sldId="286"/>
            <ac:picMk id="9" creationId="{FE627A9A-668C-CC0D-452A-80A78213A158}"/>
          </ac:picMkLst>
        </pc:picChg>
        <pc:picChg chg="del mod">
          <ac:chgData name="Robert Carucci" userId="5be546eb-4763-4194-b93d-35346ec02cb5" providerId="ADAL" clId="{2CCAE65D-8267-4F86-8F0A-BA803A734201}" dt="2025-05-06T18:12:23.540" v="1022" actId="21"/>
          <ac:picMkLst>
            <pc:docMk/>
            <pc:sldMk cId="1185383279" sldId="286"/>
            <ac:picMk id="10" creationId="{4C1D4373-6D77-306F-2FDF-C024D986BB9C}"/>
          </ac:picMkLst>
        </pc:picChg>
        <pc:picChg chg="del">
          <ac:chgData name="Robert Carucci" userId="5be546eb-4763-4194-b93d-35346ec02cb5" providerId="ADAL" clId="{2CCAE65D-8267-4F86-8F0A-BA803A734201}" dt="2025-05-06T17:20:41.320" v="18" actId="478"/>
          <ac:picMkLst>
            <pc:docMk/>
            <pc:sldMk cId="1185383279" sldId="286"/>
            <ac:picMk id="12" creationId="{E12C8C63-5A26-58DD-A26C-BFC9DE93C4A3}"/>
          </ac:picMkLst>
        </pc:picChg>
        <pc:picChg chg="del">
          <ac:chgData name="Robert Carucci" userId="5be546eb-4763-4194-b93d-35346ec02cb5" providerId="ADAL" clId="{2CCAE65D-8267-4F86-8F0A-BA803A734201}" dt="2025-05-06T17:20:37.981" v="17" actId="478"/>
          <ac:picMkLst>
            <pc:docMk/>
            <pc:sldMk cId="1185383279" sldId="286"/>
            <ac:picMk id="16" creationId="{956DDFCA-F5C3-F0B0-D1CD-38429D1AA727}"/>
          </ac:picMkLst>
        </pc:picChg>
        <pc:picChg chg="add del mod">
          <ac:chgData name="Robert Carucci" userId="5be546eb-4763-4194-b93d-35346ec02cb5" providerId="ADAL" clId="{2CCAE65D-8267-4F86-8F0A-BA803A734201}" dt="2025-05-06T17:19:43.479" v="8" actId="21"/>
          <ac:picMkLst>
            <pc:docMk/>
            <pc:sldMk cId="1185383279" sldId="286"/>
            <ac:picMk id="21" creationId="{1399DDC9-76CD-8193-771B-101C4357647A}"/>
          </ac:picMkLst>
        </pc:picChg>
        <pc:picChg chg="add mod">
          <ac:chgData name="Robert Carucci" userId="5be546eb-4763-4194-b93d-35346ec02cb5" providerId="ADAL" clId="{2CCAE65D-8267-4F86-8F0A-BA803A734201}" dt="2025-05-06T18:05:44.957" v="1015" actId="14100"/>
          <ac:picMkLst>
            <pc:docMk/>
            <pc:sldMk cId="1185383279" sldId="286"/>
            <ac:picMk id="23" creationId="{9774AC32-66C6-2C48-3131-50BB390389F2}"/>
          </ac:picMkLst>
        </pc:picChg>
        <pc:picChg chg="add del mod">
          <ac:chgData name="Robert Carucci" userId="5be546eb-4763-4194-b93d-35346ec02cb5" providerId="ADAL" clId="{2CCAE65D-8267-4F86-8F0A-BA803A734201}" dt="2025-05-06T17:29:27.230" v="47" actId="21"/>
          <ac:picMkLst>
            <pc:docMk/>
            <pc:sldMk cId="1185383279" sldId="286"/>
            <ac:picMk id="25" creationId="{112C77EA-9CDB-8AF4-9B60-A33F8F2EC3DA}"/>
          </ac:picMkLst>
        </pc:picChg>
        <pc:picChg chg="add del">
          <ac:chgData name="Robert Carucci" userId="5be546eb-4763-4194-b93d-35346ec02cb5" providerId="ADAL" clId="{2CCAE65D-8267-4F86-8F0A-BA803A734201}" dt="2025-05-06T18:42:28.113" v="1027" actId="478"/>
          <ac:picMkLst>
            <pc:docMk/>
            <pc:sldMk cId="1185383279" sldId="286"/>
            <ac:picMk id="30" creationId="{3172636E-8F36-21E8-3C8E-8CB22DF44CB4}"/>
          </ac:picMkLst>
        </pc:picChg>
        <pc:picChg chg="add del mod">
          <ac:chgData name="Robert Carucci" userId="5be546eb-4763-4194-b93d-35346ec02cb5" providerId="ADAL" clId="{2CCAE65D-8267-4F86-8F0A-BA803A734201}" dt="2025-05-06T18:42:29.643" v="1028" actId="478"/>
          <ac:picMkLst>
            <pc:docMk/>
            <pc:sldMk cId="1185383279" sldId="286"/>
            <ac:picMk id="31" creationId="{E73180D4-0CC9-BFF2-0303-E09E70E109B0}"/>
          </ac:picMkLst>
        </pc:picChg>
        <pc:picChg chg="add mod">
          <ac:chgData name="Robert Carucci" userId="5be546eb-4763-4194-b93d-35346ec02cb5" providerId="ADAL" clId="{2CCAE65D-8267-4F86-8F0A-BA803A734201}" dt="2025-05-06T18:42:47.133" v="1032" actId="1076"/>
          <ac:picMkLst>
            <pc:docMk/>
            <pc:sldMk cId="1185383279" sldId="286"/>
            <ac:picMk id="32" creationId="{BBD79F8E-02A7-11A6-22CF-A1B9D9C1A093}"/>
          </ac:picMkLst>
        </pc:picChg>
        <pc:cxnChg chg="mod">
          <ac:chgData name="Robert Carucci" userId="5be546eb-4763-4194-b93d-35346ec02cb5" providerId="ADAL" clId="{2CCAE65D-8267-4F86-8F0A-BA803A734201}" dt="2025-05-06T18:02:14.493" v="826" actId="1037"/>
          <ac:cxnSpMkLst>
            <pc:docMk/>
            <pc:sldMk cId="1185383279" sldId="286"/>
            <ac:cxnSpMk id="6" creationId="{BCF1E475-552D-A49B-CD52-9D05258B07D1}"/>
          </ac:cxnSpMkLst>
        </pc:cxnChg>
        <pc:cxnChg chg="mod">
          <ac:chgData name="Robert Carucci" userId="5be546eb-4763-4194-b93d-35346ec02cb5" providerId="ADAL" clId="{2CCAE65D-8267-4F86-8F0A-BA803A734201}" dt="2025-05-06T18:01:34.089" v="737" actId="1035"/>
          <ac:cxnSpMkLst>
            <pc:docMk/>
            <pc:sldMk cId="1185383279" sldId="286"/>
            <ac:cxnSpMk id="8" creationId="{B09F8DE2-A8D5-629F-28CC-BD9F02AA4D95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49:53.943" v="1105" actId="14100"/>
        <pc:sldMkLst>
          <pc:docMk/>
          <pc:sldMk cId="3242726822" sldId="287"/>
        </pc:sldMkLst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3" creationId="{A4A70DD7-F6C8-3576-23A6-EAB31FB526E5}"/>
          </ac:spMkLst>
        </pc:spChg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11" creationId="{41C18280-889F-F719-F309-76204AA327DD}"/>
          </ac:spMkLst>
        </pc:spChg>
        <pc:spChg chg="del">
          <ac:chgData name="Robert Carucci" userId="5be546eb-4763-4194-b93d-35346ec02cb5" providerId="ADAL" clId="{2CCAE65D-8267-4F86-8F0A-BA803A734201}" dt="2025-05-06T18:00:39.527" v="697" actId="478"/>
          <ac:spMkLst>
            <pc:docMk/>
            <pc:sldMk cId="3242726822" sldId="287"/>
            <ac:spMk id="13" creationId="{A67B605C-3103-6086-8D7E-F5321A751EBF}"/>
          </ac:spMkLst>
        </pc:spChg>
        <pc:spChg chg="del">
          <ac:chgData name="Robert Carucci" userId="5be546eb-4763-4194-b93d-35346ec02cb5" providerId="ADAL" clId="{2CCAE65D-8267-4F86-8F0A-BA803A734201}" dt="2025-05-06T18:00:36.434" v="696" actId="478"/>
          <ac:spMkLst>
            <pc:docMk/>
            <pc:sldMk cId="3242726822" sldId="287"/>
            <ac:spMk id="18" creationId="{D9844371-A58D-76FF-8BB7-36FF3F902AA0}"/>
          </ac:spMkLst>
        </pc:spChg>
        <pc:picChg chg="add del mod">
          <ac:chgData name="Robert Carucci" userId="5be546eb-4763-4194-b93d-35346ec02cb5" providerId="ADAL" clId="{2CCAE65D-8267-4F86-8F0A-BA803A734201}" dt="2025-05-06T17:21:32.097" v="25" actId="21"/>
          <ac:picMkLst>
            <pc:docMk/>
            <pc:sldMk cId="3242726822" sldId="287"/>
            <ac:picMk id="5" creationId="{BDCBBF8C-4C39-A4A6-AF29-EEDB6EA3EDAF}"/>
          </ac:picMkLst>
        </pc:picChg>
        <pc:picChg chg="del mod">
          <ac:chgData name="Robert Carucci" userId="5be546eb-4763-4194-b93d-35346ec02cb5" providerId="ADAL" clId="{2CCAE65D-8267-4F86-8F0A-BA803A734201}" dt="2025-05-06T18:03:36.523" v="881" actId="478"/>
          <ac:picMkLst>
            <pc:docMk/>
            <pc:sldMk cId="3242726822" sldId="287"/>
            <ac:picMk id="9" creationId="{4739554E-9C37-222C-EC8F-FF56AA575ADA}"/>
          </ac:picMkLst>
        </pc:picChg>
        <pc:picChg chg="add mod">
          <ac:chgData name="Robert Carucci" userId="5be546eb-4763-4194-b93d-35346ec02cb5" providerId="ADAL" clId="{2CCAE65D-8267-4F86-8F0A-BA803A734201}" dt="2025-05-06T18:05:50.468" v="1016" actId="14100"/>
          <ac:picMkLst>
            <pc:docMk/>
            <pc:sldMk cId="3242726822" sldId="287"/>
            <ac:picMk id="10" creationId="{F5F06B96-A1E5-54E0-A41E-19E0FE694EB8}"/>
          </ac:picMkLst>
        </pc:picChg>
        <pc:picChg chg="del">
          <ac:chgData name="Robert Carucci" userId="5be546eb-4763-4194-b93d-35346ec02cb5" providerId="ADAL" clId="{2CCAE65D-8267-4F86-8F0A-BA803A734201}" dt="2025-05-06T17:22:01.260" v="31" actId="478"/>
          <ac:picMkLst>
            <pc:docMk/>
            <pc:sldMk cId="3242726822" sldId="287"/>
            <ac:picMk id="16" creationId="{52BA2D27-CFDE-6A39-9C76-AAB65E0B8E46}"/>
          </ac:picMkLst>
        </pc:picChg>
        <pc:picChg chg="del">
          <ac:chgData name="Robert Carucci" userId="5be546eb-4763-4194-b93d-35346ec02cb5" providerId="ADAL" clId="{2CCAE65D-8267-4F86-8F0A-BA803A734201}" dt="2025-05-06T17:22:01.260" v="31" actId="478"/>
          <ac:picMkLst>
            <pc:docMk/>
            <pc:sldMk cId="3242726822" sldId="287"/>
            <ac:picMk id="17" creationId="{D56FB92F-D1AA-43B8-CA4C-B8BA8B6A5343}"/>
          </ac:picMkLst>
        </pc:picChg>
        <pc:picChg chg="add del mod">
          <ac:chgData name="Robert Carucci" userId="5be546eb-4763-4194-b93d-35346ec02cb5" providerId="ADAL" clId="{2CCAE65D-8267-4F86-8F0A-BA803A734201}" dt="2025-05-06T17:30:00.941" v="52" actId="21"/>
          <ac:picMkLst>
            <pc:docMk/>
            <pc:sldMk cId="3242726822" sldId="287"/>
            <ac:picMk id="19" creationId="{64992071-3075-2141-61BC-A70D60171FF6}"/>
          </ac:picMkLst>
        </pc:picChg>
        <pc:picChg chg="mod">
          <ac:chgData name="Robert Carucci" userId="5be546eb-4763-4194-b93d-35346ec02cb5" providerId="ADAL" clId="{2CCAE65D-8267-4F86-8F0A-BA803A734201}" dt="2025-05-06T18:03:17.948" v="874" actId="555"/>
          <ac:picMkLst>
            <pc:docMk/>
            <pc:sldMk cId="3242726822" sldId="287"/>
            <ac:picMk id="21" creationId="{D0B87FD0-FEDE-9602-1A19-8B15B5C62FD4}"/>
          </ac:picMkLst>
        </pc:picChg>
        <pc:picChg chg="add mod">
          <ac:chgData name="Robert Carucci" userId="5be546eb-4763-4194-b93d-35346ec02cb5" providerId="ADAL" clId="{2CCAE65D-8267-4F86-8F0A-BA803A734201}" dt="2025-05-06T18:49:53.943" v="1105" actId="14100"/>
          <ac:picMkLst>
            <pc:docMk/>
            <pc:sldMk cId="3242726822" sldId="287"/>
            <ac:picMk id="23" creationId="{EA950BF8-DE01-091E-F38A-991D20850B26}"/>
          </ac:picMkLst>
        </pc:picChg>
        <pc:cxnChg chg="mod">
          <ac:chgData name="Robert Carucci" userId="5be546eb-4763-4194-b93d-35346ec02cb5" providerId="ADAL" clId="{2CCAE65D-8267-4F86-8F0A-BA803A734201}" dt="2025-05-06T18:04:20.073" v="986" actId="1037"/>
          <ac:cxnSpMkLst>
            <pc:docMk/>
            <pc:sldMk cId="3242726822" sldId="287"/>
            <ac:cxnSpMk id="6" creationId="{0E260A50-7860-AC5B-F3C9-EA300A045CD9}"/>
          </ac:cxnSpMkLst>
        </pc:cxnChg>
        <pc:cxnChg chg="mod">
          <ac:chgData name="Robert Carucci" userId="5be546eb-4763-4194-b93d-35346ec02cb5" providerId="ADAL" clId="{2CCAE65D-8267-4F86-8F0A-BA803A734201}" dt="2025-05-06T18:03:27.536" v="879" actId="1036"/>
          <ac:cxnSpMkLst>
            <pc:docMk/>
            <pc:sldMk cId="3242726822" sldId="287"/>
            <ac:cxnSpMk id="8" creationId="{F4B0AF47-4BE3-53C2-FFDE-A8D3DD0820FF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50:11.839" v="1107" actId="403"/>
        <pc:sldMkLst>
          <pc:docMk/>
          <pc:sldMk cId="477563929" sldId="288"/>
        </pc:sldMkLst>
        <pc:spChg chg="mod">
          <ac:chgData name="Robert Carucci" userId="5be546eb-4763-4194-b93d-35346ec02cb5" providerId="ADAL" clId="{2CCAE65D-8267-4F86-8F0A-BA803A734201}" dt="2025-05-06T18:05:19.681" v="1012" actId="108"/>
          <ac:spMkLst>
            <pc:docMk/>
            <pc:sldMk cId="477563929" sldId="288"/>
            <ac:spMk id="3" creationId="{B5B63965-D5CA-2549-2701-0EC597466C2F}"/>
          </ac:spMkLst>
        </pc:spChg>
        <pc:spChg chg="del">
          <ac:chgData name="Robert Carucci" userId="5be546eb-4763-4194-b93d-35346ec02cb5" providerId="ADAL" clId="{2CCAE65D-8267-4F86-8F0A-BA803A734201}" dt="2025-05-06T17:35:31.579" v="259" actId="478"/>
          <ac:spMkLst>
            <pc:docMk/>
            <pc:sldMk cId="477563929" sldId="288"/>
            <ac:spMk id="7" creationId="{768E348F-B60D-1A67-9376-9A52FACA991F}"/>
          </ac:spMkLst>
        </pc:spChg>
        <pc:spChg chg="mod">
          <ac:chgData name="Robert Carucci" userId="5be546eb-4763-4194-b93d-35346ec02cb5" providerId="ADAL" clId="{2CCAE65D-8267-4F86-8F0A-BA803A734201}" dt="2025-05-06T18:50:11.839" v="1107" actId="403"/>
          <ac:spMkLst>
            <pc:docMk/>
            <pc:sldMk cId="477563929" sldId="288"/>
            <ac:spMk id="9" creationId="{43B967F0-FC90-6FE0-748F-BD5E85EC3F59}"/>
          </ac:spMkLst>
        </pc:spChg>
        <pc:spChg chg="mod">
          <ac:chgData name="Robert Carucci" userId="5be546eb-4763-4194-b93d-35346ec02cb5" providerId="ADAL" clId="{2CCAE65D-8267-4F86-8F0A-BA803A734201}" dt="2025-05-06T18:05:17.450" v="1009" actId="108"/>
          <ac:spMkLst>
            <pc:docMk/>
            <pc:sldMk cId="477563929" sldId="288"/>
            <ac:spMk id="11" creationId="{B5DFEEA4-8196-664A-FF30-814A8A0A4171}"/>
          </ac:spMkLst>
        </pc:spChg>
        <pc:spChg chg="del mod">
          <ac:chgData name="Robert Carucci" userId="5be546eb-4763-4194-b93d-35346ec02cb5" providerId="ADAL" clId="{2CCAE65D-8267-4F86-8F0A-BA803A734201}" dt="2025-05-06T17:41:44.350" v="369" actId="478"/>
          <ac:spMkLst>
            <pc:docMk/>
            <pc:sldMk cId="477563929" sldId="288"/>
            <ac:spMk id="13" creationId="{2A30FE23-687D-A9F6-3815-5CD122A5D2A8}"/>
          </ac:spMkLst>
        </pc:spChg>
        <pc:spChg chg="del mod">
          <ac:chgData name="Robert Carucci" userId="5be546eb-4763-4194-b93d-35346ec02cb5" providerId="ADAL" clId="{2CCAE65D-8267-4F86-8F0A-BA803A734201}" dt="2025-05-06T17:41:23.506" v="364" actId="478"/>
          <ac:spMkLst>
            <pc:docMk/>
            <pc:sldMk cId="477563929" sldId="288"/>
            <ac:spMk id="18" creationId="{3BD2AF7A-C9D8-4567-217D-966067872414}"/>
          </ac:spMkLst>
        </pc:spChg>
        <pc:picChg chg="del">
          <ac:chgData name="Robert Carucci" userId="5be546eb-4763-4194-b93d-35346ec02cb5" providerId="ADAL" clId="{2CCAE65D-8267-4F86-8F0A-BA803A734201}" dt="2025-05-06T17:35:28.465" v="258" actId="478"/>
          <ac:picMkLst>
            <pc:docMk/>
            <pc:sldMk cId="477563929" sldId="288"/>
            <ac:picMk id="4" creationId="{F63DCB52-D775-9AE5-6B0E-CDD887A8D0B2}"/>
          </ac:picMkLst>
        </pc:picChg>
        <pc:picChg chg="add del mod">
          <ac:chgData name="Robert Carucci" userId="5be546eb-4763-4194-b93d-35346ec02cb5" providerId="ADAL" clId="{2CCAE65D-8267-4F86-8F0A-BA803A734201}" dt="2025-05-06T17:36:46.587" v="298" actId="21"/>
          <ac:picMkLst>
            <pc:docMk/>
            <pc:sldMk cId="477563929" sldId="288"/>
            <ac:picMk id="10" creationId="{1F844ABF-6F4C-1EE5-FC53-649C644E32D3}"/>
          </ac:picMkLst>
        </pc:picChg>
        <pc:picChg chg="mod">
          <ac:chgData name="Robert Carucci" userId="5be546eb-4763-4194-b93d-35346ec02cb5" providerId="ADAL" clId="{2CCAE65D-8267-4F86-8F0A-BA803A734201}" dt="2025-05-06T17:40:49.491" v="363" actId="408"/>
          <ac:picMkLst>
            <pc:docMk/>
            <pc:sldMk cId="477563929" sldId="288"/>
            <ac:picMk id="12" creationId="{70FB4CF8-1731-6A1B-7D93-8737D312F852}"/>
          </ac:picMkLst>
        </pc:picChg>
        <pc:picChg chg="add mod">
          <ac:chgData name="Robert Carucci" userId="5be546eb-4763-4194-b93d-35346ec02cb5" providerId="ADAL" clId="{2CCAE65D-8267-4F86-8F0A-BA803A734201}" dt="2025-05-06T18:06:17.237" v="1021" actId="14100"/>
          <ac:picMkLst>
            <pc:docMk/>
            <pc:sldMk cId="477563929" sldId="288"/>
            <ac:picMk id="17" creationId="{D75B3C04-85A2-0917-81B5-AE7035A83086}"/>
          </ac:picMkLst>
        </pc:picChg>
        <pc:cxnChg chg="mod">
          <ac:chgData name="Robert Carucci" userId="5be546eb-4763-4194-b93d-35346ec02cb5" providerId="ADAL" clId="{2CCAE65D-8267-4F86-8F0A-BA803A734201}" dt="2025-05-06T17:44:11.131" v="504" actId="1076"/>
          <ac:cxnSpMkLst>
            <pc:docMk/>
            <pc:sldMk cId="477563929" sldId="288"/>
            <ac:cxnSpMk id="6" creationId="{4B746E7B-9A1A-0787-60D4-C3FC6DA9EBC0}"/>
          </ac:cxnSpMkLst>
        </pc:cxnChg>
        <pc:cxnChg chg="mod">
          <ac:chgData name="Robert Carucci" userId="5be546eb-4763-4194-b93d-35346ec02cb5" providerId="ADAL" clId="{2CCAE65D-8267-4F86-8F0A-BA803A734201}" dt="2025-05-06T17:42:22.033" v="491" actId="1036"/>
          <ac:cxnSpMkLst>
            <pc:docMk/>
            <pc:sldMk cId="477563929" sldId="288"/>
            <ac:cxnSpMk id="8" creationId="{0046A8A9-50AF-805C-785A-772E8194677A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47:22.835" v="1087" actId="14826"/>
        <pc:sldMkLst>
          <pc:docMk/>
          <pc:sldMk cId="3092951088" sldId="289"/>
        </pc:sldMkLst>
        <pc:spChg chg="mod">
          <ac:chgData name="Robert Carucci" userId="5be546eb-4763-4194-b93d-35346ec02cb5" providerId="ADAL" clId="{2CCAE65D-8267-4F86-8F0A-BA803A734201}" dt="2025-05-06T18:46:47.832" v="1080" actId="122"/>
          <ac:spMkLst>
            <pc:docMk/>
            <pc:sldMk cId="3092951088" sldId="289"/>
            <ac:spMk id="3" creationId="{1C3EE03D-98B1-2618-B649-C491D80E2678}"/>
          </ac:spMkLst>
        </pc:spChg>
        <pc:spChg chg="mod">
          <ac:chgData name="Robert Carucci" userId="5be546eb-4763-4194-b93d-35346ec02cb5" providerId="ADAL" clId="{2CCAE65D-8267-4F86-8F0A-BA803A734201}" dt="2025-05-06T18:46:57.633" v="1082" actId="14100"/>
          <ac:spMkLst>
            <pc:docMk/>
            <pc:sldMk cId="3092951088" sldId="289"/>
            <ac:spMk id="11" creationId="{29076C33-779E-E933-3967-6500DFE0B658}"/>
          </ac:spMkLst>
        </pc:spChg>
        <pc:spChg chg="del mod">
          <ac:chgData name="Robert Carucci" userId="5be546eb-4763-4194-b93d-35346ec02cb5" providerId="ADAL" clId="{2CCAE65D-8267-4F86-8F0A-BA803A734201}" dt="2025-05-06T17:59:09.041" v="672" actId="478"/>
          <ac:spMkLst>
            <pc:docMk/>
            <pc:sldMk cId="3092951088" sldId="289"/>
            <ac:spMk id="13" creationId="{4CB087F3-8231-4D83-7E45-A48EC15A50C8}"/>
          </ac:spMkLst>
        </pc:spChg>
        <pc:spChg chg="del mod">
          <ac:chgData name="Robert Carucci" userId="5be546eb-4763-4194-b93d-35346ec02cb5" providerId="ADAL" clId="{2CCAE65D-8267-4F86-8F0A-BA803A734201}" dt="2025-05-06T17:59:18.167" v="675" actId="478"/>
          <ac:spMkLst>
            <pc:docMk/>
            <pc:sldMk cId="3092951088" sldId="289"/>
            <ac:spMk id="18" creationId="{29DC1C02-44C4-4D51-D708-172C2CE07F47}"/>
          </ac:spMkLst>
        </pc:spChg>
        <pc:picChg chg="del mod">
          <ac:chgData name="Robert Carucci" userId="5be546eb-4763-4194-b93d-35346ec02cb5" providerId="ADAL" clId="{2CCAE65D-8267-4F86-8F0A-BA803A734201}" dt="2025-05-06T18:45:40.834" v="1033" actId="478"/>
          <ac:picMkLst>
            <pc:docMk/>
            <pc:sldMk cId="3092951088" sldId="289"/>
            <ac:picMk id="4" creationId="{E07313C3-6BA0-764F-9372-7CF4C191B899}"/>
          </ac:picMkLst>
        </pc:picChg>
        <pc:picChg chg="del mod">
          <ac:chgData name="Robert Carucci" userId="5be546eb-4763-4194-b93d-35346ec02cb5" providerId="ADAL" clId="{2CCAE65D-8267-4F86-8F0A-BA803A734201}" dt="2025-05-06T17:31:32.005" v="67" actId="478"/>
          <ac:picMkLst>
            <pc:docMk/>
            <pc:sldMk cId="3092951088" sldId="289"/>
            <ac:picMk id="7" creationId="{F6B3C15C-1DDE-DB22-F68E-DF3D0596C88F}"/>
          </ac:picMkLst>
        </pc:picChg>
        <pc:picChg chg="del">
          <ac:chgData name="Robert Carucci" userId="5be546eb-4763-4194-b93d-35346ec02cb5" providerId="ADAL" clId="{2CCAE65D-8267-4F86-8F0A-BA803A734201}" dt="2025-05-06T17:31:32.005" v="67" actId="478"/>
          <ac:picMkLst>
            <pc:docMk/>
            <pc:sldMk cId="3092951088" sldId="289"/>
            <ac:picMk id="9" creationId="{4F2F530E-D781-3B8E-9A00-DAD4AFBAB29F}"/>
          </ac:picMkLst>
        </pc:picChg>
        <pc:picChg chg="mod ord">
          <ac:chgData name="Robert Carucci" userId="5be546eb-4763-4194-b93d-35346ec02cb5" providerId="ADAL" clId="{2CCAE65D-8267-4F86-8F0A-BA803A734201}" dt="2025-05-06T17:58:47.228" v="671" actId="167"/>
          <ac:picMkLst>
            <pc:docMk/>
            <pc:sldMk cId="3092951088" sldId="289"/>
            <ac:picMk id="10" creationId="{535F5F85-C538-D984-3D10-CF520A9B4407}"/>
          </ac:picMkLst>
        </pc:picChg>
        <pc:picChg chg="add del mod">
          <ac:chgData name="Robert Carucci" userId="5be546eb-4763-4194-b93d-35346ec02cb5" providerId="ADAL" clId="{2CCAE65D-8267-4F86-8F0A-BA803A734201}" dt="2025-05-06T17:30:33.088" v="57" actId="21"/>
          <ac:picMkLst>
            <pc:docMk/>
            <pc:sldMk cId="3092951088" sldId="289"/>
            <ac:picMk id="12" creationId="{0ED53B6F-927A-81A6-6708-54FC54F8A507}"/>
          </ac:picMkLst>
        </pc:picChg>
        <pc:picChg chg="add del mod">
          <ac:chgData name="Robert Carucci" userId="5be546eb-4763-4194-b93d-35346ec02cb5" providerId="ADAL" clId="{2CCAE65D-8267-4F86-8F0A-BA803A734201}" dt="2025-05-06T17:30:57.828" v="62" actId="21"/>
          <ac:picMkLst>
            <pc:docMk/>
            <pc:sldMk cId="3092951088" sldId="289"/>
            <ac:picMk id="17" creationId="{97B61F5C-701D-607E-F37C-519D55072B23}"/>
          </ac:picMkLst>
        </pc:picChg>
        <pc:picChg chg="add mod">
          <ac:chgData name="Robert Carucci" userId="5be546eb-4763-4194-b93d-35346ec02cb5" providerId="ADAL" clId="{2CCAE65D-8267-4F86-8F0A-BA803A734201}" dt="2025-05-06T18:06:11.820" v="1020" actId="14100"/>
          <ac:picMkLst>
            <pc:docMk/>
            <pc:sldMk cId="3092951088" sldId="289"/>
            <ac:picMk id="19" creationId="{237D4232-08F5-7F03-CA3B-8B7D68149181}"/>
          </ac:picMkLst>
        </pc:picChg>
        <pc:picChg chg="add mod">
          <ac:chgData name="Robert Carucci" userId="5be546eb-4763-4194-b93d-35346ec02cb5" providerId="ADAL" clId="{2CCAE65D-8267-4F86-8F0A-BA803A734201}" dt="2025-05-06T18:47:22.835" v="1087" actId="14826"/>
          <ac:picMkLst>
            <pc:docMk/>
            <pc:sldMk cId="3092951088" sldId="289"/>
            <ac:picMk id="24" creationId="{368B9EA5-2FFC-986B-1C08-B4BB31BE1311}"/>
          </ac:picMkLst>
        </pc:picChg>
        <pc:cxnChg chg="mod">
          <ac:chgData name="Robert Carucci" userId="5be546eb-4763-4194-b93d-35346ec02cb5" providerId="ADAL" clId="{2CCAE65D-8267-4F86-8F0A-BA803A734201}" dt="2025-05-06T18:46:36.073" v="1077" actId="1037"/>
          <ac:cxnSpMkLst>
            <pc:docMk/>
            <pc:sldMk cId="3092951088" sldId="289"/>
            <ac:cxnSpMk id="6" creationId="{20CEA663-E11E-55DA-4135-A1DAA86377F3}"/>
          </ac:cxnSpMkLst>
        </pc:cxnChg>
        <pc:cxnChg chg="mod">
          <ac:chgData name="Robert Carucci" userId="5be546eb-4763-4194-b93d-35346ec02cb5" providerId="ADAL" clId="{2CCAE65D-8267-4F86-8F0A-BA803A734201}" dt="2025-05-06T17:58:42.513" v="670" actId="1035"/>
          <ac:cxnSpMkLst>
            <pc:docMk/>
            <pc:sldMk cId="3092951088" sldId="289"/>
            <ac:cxnSpMk id="8" creationId="{7B1FF38E-EC5C-8558-E436-563152656EB6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50:21.351" v="1109" actId="1076"/>
        <pc:sldMkLst>
          <pc:docMk/>
          <pc:sldMk cId="2494822564" sldId="290"/>
        </pc:sldMkLst>
        <pc:spChg chg="mod">
          <ac:chgData name="Robert Carucci" userId="5be546eb-4763-4194-b93d-35346ec02cb5" providerId="ADAL" clId="{2CCAE65D-8267-4F86-8F0A-BA803A734201}" dt="2025-05-06T17:54:19.914" v="528" actId="14100"/>
          <ac:spMkLst>
            <pc:docMk/>
            <pc:sldMk cId="2494822564" sldId="290"/>
            <ac:spMk id="3" creationId="{5CB3EE9F-3DFE-115C-A301-71BFC59EB4A6}"/>
          </ac:spMkLst>
        </pc:spChg>
        <pc:spChg chg="mod">
          <ac:chgData name="Robert Carucci" userId="5be546eb-4763-4194-b93d-35346ec02cb5" providerId="ADAL" clId="{2CCAE65D-8267-4F86-8F0A-BA803A734201}" dt="2025-05-06T18:05:10.641" v="1003" actId="108"/>
          <ac:spMkLst>
            <pc:docMk/>
            <pc:sldMk cId="2494822564" sldId="290"/>
            <ac:spMk id="11" creationId="{E5755EC4-A96C-ACEA-F23F-A193E0A3056F}"/>
          </ac:spMkLst>
        </pc:spChg>
        <pc:spChg chg="del">
          <ac:chgData name="Robert Carucci" userId="5be546eb-4763-4194-b93d-35346ec02cb5" providerId="ADAL" clId="{2CCAE65D-8267-4F86-8F0A-BA803A734201}" dt="2025-05-06T17:52:57.602" v="512" actId="478"/>
          <ac:spMkLst>
            <pc:docMk/>
            <pc:sldMk cId="2494822564" sldId="290"/>
            <ac:spMk id="13" creationId="{71BD0CE6-B2E8-874F-416D-1FEC87D1811E}"/>
          </ac:spMkLst>
        </pc:spChg>
        <pc:spChg chg="del">
          <ac:chgData name="Robert Carucci" userId="5be546eb-4763-4194-b93d-35346ec02cb5" providerId="ADAL" clId="{2CCAE65D-8267-4F86-8F0A-BA803A734201}" dt="2025-05-06T17:53:06.882" v="514" actId="478"/>
          <ac:spMkLst>
            <pc:docMk/>
            <pc:sldMk cId="2494822564" sldId="290"/>
            <ac:spMk id="18" creationId="{E5018133-3213-7B4C-0014-5674C05D2A5E}"/>
          </ac:spMkLst>
        </pc:spChg>
        <pc:spChg chg="add mod">
          <ac:chgData name="Robert Carucci" userId="5be546eb-4763-4194-b93d-35346ec02cb5" providerId="ADAL" clId="{2CCAE65D-8267-4F86-8F0A-BA803A734201}" dt="2025-05-06T18:50:21.351" v="1109" actId="1076"/>
          <ac:spMkLst>
            <pc:docMk/>
            <pc:sldMk cId="2494822564" sldId="290"/>
            <ac:spMk id="22" creationId="{AAD5D31B-41E5-64D3-436C-E6E57F1226D9}"/>
          </ac:spMkLst>
        </pc:spChg>
        <pc:picChg chg="del">
          <ac:chgData name="Robert Carucci" userId="5be546eb-4763-4194-b93d-35346ec02cb5" providerId="ADAL" clId="{2CCAE65D-8267-4F86-8F0A-BA803A734201}" dt="2025-05-06T17:35:02.158" v="251" actId="478"/>
          <ac:picMkLst>
            <pc:docMk/>
            <pc:sldMk cId="2494822564" sldId="290"/>
            <ac:picMk id="4" creationId="{A7689BE0-9F7B-E1D4-51B8-5053670AB9B9}"/>
          </ac:picMkLst>
        </pc:picChg>
        <pc:picChg chg="add del mod">
          <ac:chgData name="Robert Carucci" userId="5be546eb-4763-4194-b93d-35346ec02cb5" providerId="ADAL" clId="{2CCAE65D-8267-4F86-8F0A-BA803A734201}" dt="2025-05-06T17:28:51.666" v="42" actId="21"/>
          <ac:picMkLst>
            <pc:docMk/>
            <pc:sldMk cId="2494822564" sldId="290"/>
            <ac:picMk id="7" creationId="{B8B9D50D-E303-3D3C-9FEA-D71E351D96CF}"/>
          </ac:picMkLst>
        </pc:picChg>
        <pc:picChg chg="del">
          <ac:chgData name="Robert Carucci" userId="5be546eb-4763-4194-b93d-35346ec02cb5" providerId="ADAL" clId="{2CCAE65D-8267-4F86-8F0A-BA803A734201}" dt="2025-05-06T17:52:46.011" v="509" actId="478"/>
          <ac:picMkLst>
            <pc:docMk/>
            <pc:sldMk cId="2494822564" sldId="290"/>
            <ac:picMk id="9" creationId="{C70985CE-BB9D-8368-79B5-01F9737E9DD8}"/>
          </ac:picMkLst>
        </pc:picChg>
        <pc:picChg chg="del">
          <ac:chgData name="Robert Carucci" userId="5be546eb-4763-4194-b93d-35346ec02cb5" providerId="ADAL" clId="{2CCAE65D-8267-4F86-8F0A-BA803A734201}" dt="2025-05-06T17:35:02.158" v="251" actId="478"/>
          <ac:picMkLst>
            <pc:docMk/>
            <pc:sldMk cId="2494822564" sldId="290"/>
            <ac:picMk id="10" creationId="{C059435F-7D26-34DB-CB5D-5485A2630B05}"/>
          </ac:picMkLst>
        </pc:picChg>
        <pc:picChg chg="mod">
          <ac:chgData name="Robert Carucci" userId="5be546eb-4763-4194-b93d-35346ec02cb5" providerId="ADAL" clId="{2CCAE65D-8267-4F86-8F0A-BA803A734201}" dt="2025-05-06T17:56:58.247" v="569" actId="1076"/>
          <ac:picMkLst>
            <pc:docMk/>
            <pc:sldMk cId="2494822564" sldId="290"/>
            <ac:picMk id="16" creationId="{49AE32CB-754D-5033-1352-3B899A22C0B7}"/>
          </ac:picMkLst>
        </pc:picChg>
        <pc:picChg chg="add mod">
          <ac:chgData name="Robert Carucci" userId="5be546eb-4763-4194-b93d-35346ec02cb5" providerId="ADAL" clId="{2CCAE65D-8267-4F86-8F0A-BA803A734201}" dt="2025-05-06T18:06:01.572" v="1018" actId="14100"/>
          <ac:picMkLst>
            <pc:docMk/>
            <pc:sldMk cId="2494822564" sldId="290"/>
            <ac:picMk id="17" creationId="{3F768091-E321-12E9-4AA8-60644146CA4D}"/>
          </ac:picMkLst>
        </pc:picChg>
        <pc:cxnChg chg="mod">
          <ac:chgData name="Robert Carucci" userId="5be546eb-4763-4194-b93d-35346ec02cb5" providerId="ADAL" clId="{2CCAE65D-8267-4F86-8F0A-BA803A734201}" dt="2025-05-06T17:57:16.282" v="595" actId="1035"/>
          <ac:cxnSpMkLst>
            <pc:docMk/>
            <pc:sldMk cId="2494822564" sldId="290"/>
            <ac:cxnSpMk id="6" creationId="{8FF82571-9D52-1DC6-F7F0-7540D01EE1F7}"/>
          </ac:cxnSpMkLst>
        </pc:cxnChg>
        <pc:cxnChg chg="mod">
          <ac:chgData name="Robert Carucci" userId="5be546eb-4763-4194-b93d-35346ec02cb5" providerId="ADAL" clId="{2CCAE65D-8267-4F86-8F0A-BA803A734201}" dt="2025-05-06T17:57:04.395" v="592" actId="1035"/>
          <ac:cxnSpMkLst>
            <pc:docMk/>
            <pc:sldMk cId="2494822564" sldId="290"/>
            <ac:cxnSpMk id="8" creationId="{A0BE1B77-A6DA-A5FB-91D3-2FD61BA43DA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 flipH="1" flipV="1">
            <a:off x="2883980" y="974096"/>
            <a:ext cx="38127" cy="2524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2922107" y="1051738"/>
            <a:ext cx="745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Motor Vehicle Theft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80DEB4-F25F-AF9C-0F57-D17F9F834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7919" y="3498627"/>
            <a:ext cx="5248656" cy="4055595"/>
          </a:xfrm>
          <a:prstGeom prst="rect">
            <a:avLst/>
          </a:prstGeom>
        </p:spPr>
      </p:pic>
      <p:pic>
        <p:nvPicPr>
          <p:cNvPr id="23" name="Picture 22" descr="A graph of a bar chart&#10;&#10;AI-generated content may be incorrect.">
            <a:extLst>
              <a:ext uri="{FF2B5EF4-FFF2-40B4-BE49-F238E27FC236}">
                <a16:creationId xmlns:a16="http://schemas.microsoft.com/office/drawing/2014/main" id="{9774AC32-66C6-2C48-3131-50BB39038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83311"/>
            <a:ext cx="5409791" cy="360652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BD79F8E-02A7-11A6-22CF-A1B9D9C1A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200" y="1349380"/>
            <a:ext cx="4030620" cy="210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3073765" y="919925"/>
            <a:ext cx="39343" cy="2605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352344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113108" y="896970"/>
            <a:ext cx="7480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0DD7-F6C8-3576-23A6-EAB31FB526E5}"/>
              </a:ext>
            </a:extLst>
          </p:cNvPr>
          <p:cNvSpPr txBox="1"/>
          <p:nvPr/>
        </p:nvSpPr>
        <p:spPr>
          <a:xfrm>
            <a:off x="257057" y="896970"/>
            <a:ext cx="2884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Motor Vehicle Burglary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B87FD0-FEDE-9602-1A19-8B15B5C6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0315" y="3534244"/>
            <a:ext cx="5248656" cy="4055594"/>
          </a:xfrm>
          <a:prstGeom prst="rect">
            <a:avLst/>
          </a:prstGeom>
        </p:spPr>
      </p:pic>
      <p:pic>
        <p:nvPicPr>
          <p:cNvPr id="10" name="Picture 9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F5F06B96-A1E5-54E0-A41E-19E0FE694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64840"/>
            <a:ext cx="5287495" cy="35249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950BF8-DE01-091E-F38A-991D20850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264491"/>
            <a:ext cx="2755844" cy="21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2920219" y="949306"/>
            <a:ext cx="38517" cy="25503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3492716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2958736" y="964054"/>
            <a:ext cx="744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3EE9F-3DFE-115C-A301-71BFC59EB4A6}"/>
              </a:ext>
            </a:extLst>
          </p:cNvPr>
          <p:cNvSpPr txBox="1"/>
          <p:nvPr/>
        </p:nvSpPr>
        <p:spPr>
          <a:xfrm>
            <a:off x="96658" y="966581"/>
            <a:ext cx="2937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Residential and Commercial Burglaries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AE32CB-754D-5033-1352-3B899A22C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5675" y="3514401"/>
            <a:ext cx="5248656" cy="4055595"/>
          </a:xfrm>
          <a:prstGeom prst="rect">
            <a:avLst/>
          </a:prstGeom>
        </p:spPr>
      </p:pic>
      <p:pic>
        <p:nvPicPr>
          <p:cNvPr id="17" name="Picture 16" descr="A graph of a bar chart&#10;&#10;AI-generated content may be incorrect.">
            <a:extLst>
              <a:ext uri="{FF2B5EF4-FFF2-40B4-BE49-F238E27FC236}">
                <a16:creationId xmlns:a16="http://schemas.microsoft.com/office/drawing/2014/main" id="{3F768091-E321-12E9-4AA8-60644146C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7" y="4070893"/>
            <a:ext cx="5248655" cy="34991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D5D31B-41E5-64D3-436C-E6E57F1226D9}"/>
              </a:ext>
            </a:extLst>
          </p:cNvPr>
          <p:cNvSpPr txBox="1"/>
          <p:nvPr/>
        </p:nvSpPr>
        <p:spPr>
          <a:xfrm>
            <a:off x="3034106" y="1407020"/>
            <a:ext cx="3697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N/A</a:t>
            </a:r>
          </a:p>
        </p:txBody>
      </p:sp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5F5F85-C538-D984-3D10-CF520A9B4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4542" y="3534243"/>
            <a:ext cx="5248656" cy="40555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2425694" y="1098712"/>
            <a:ext cx="43954" cy="2455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469648" y="933580"/>
            <a:ext cx="8002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26571" y="933580"/>
            <a:ext cx="2011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Robbery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358362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37D4232-08F5-7F03-CA3B-8B7D68149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7" y="4093724"/>
            <a:ext cx="5248656" cy="34961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68B9EA5-2FFC-986B-1C08-B4BB31BE13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4023" y="1573947"/>
            <a:ext cx="4483115" cy="174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A2E-B6E0-2E08-A8A1-F3BD4B5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963094-3E7C-0149-5B21-6D3D998A0709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E1D0-2DD7-B7AE-4B23-2A7DF8AC0325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68C91-F7C1-9115-DC5F-D681C1DB668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307665D-8A8B-354B-3B9A-BCC81082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46E7B-9A1A-0787-60D4-C3FC6DA9EBC0}"/>
              </a:ext>
            </a:extLst>
          </p:cNvPr>
          <p:cNvCxnSpPr>
            <a:cxnSpLocks/>
          </p:cNvCxnSpPr>
          <p:nvPr/>
        </p:nvCxnSpPr>
        <p:spPr>
          <a:xfrm>
            <a:off x="2597961" y="1130300"/>
            <a:ext cx="0" cy="235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46A8A9-50AF-805C-785A-772E8194677A}"/>
              </a:ext>
            </a:extLst>
          </p:cNvPr>
          <p:cNvCxnSpPr>
            <a:cxnSpLocks/>
          </p:cNvCxnSpPr>
          <p:nvPr/>
        </p:nvCxnSpPr>
        <p:spPr>
          <a:xfrm flipH="1">
            <a:off x="326571" y="348708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DFEEA4-8196-664A-FF30-814A8A0A4171}"/>
              </a:ext>
            </a:extLst>
          </p:cNvPr>
          <p:cNvSpPr txBox="1"/>
          <p:nvPr/>
        </p:nvSpPr>
        <p:spPr>
          <a:xfrm>
            <a:off x="2597961" y="1007583"/>
            <a:ext cx="7780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63965-D5CA-2549-2701-0EC597466C2F}"/>
              </a:ext>
            </a:extLst>
          </p:cNvPr>
          <p:cNvSpPr txBox="1"/>
          <p:nvPr/>
        </p:nvSpPr>
        <p:spPr>
          <a:xfrm>
            <a:off x="247024" y="1010998"/>
            <a:ext cx="235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Sexual Offenses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967F0-FC90-6FE0-748F-BD5E85EC3F59}"/>
              </a:ext>
            </a:extLst>
          </p:cNvPr>
          <p:cNvSpPr txBox="1"/>
          <p:nvPr/>
        </p:nvSpPr>
        <p:spPr>
          <a:xfrm>
            <a:off x="2673371" y="1387097"/>
            <a:ext cx="3697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N/A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FB4CF8-1731-6A1B-7D93-8737D312F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6743" y="3546369"/>
            <a:ext cx="5244024" cy="4043469"/>
          </a:xfrm>
          <a:prstGeom prst="rect">
            <a:avLst/>
          </a:prstGeom>
        </p:spPr>
      </p:pic>
      <p:pic>
        <p:nvPicPr>
          <p:cNvPr id="17" name="Picture 16" descr="A graph showing the number of offense&#10;&#10;AI-generated content may be incorrect.">
            <a:extLst>
              <a:ext uri="{FF2B5EF4-FFF2-40B4-BE49-F238E27FC236}">
                <a16:creationId xmlns:a16="http://schemas.microsoft.com/office/drawing/2014/main" id="{D75B3C04-85A2-0917-81B5-AE7035A83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7" y="4095881"/>
            <a:ext cx="5240936" cy="349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1895</TotalTime>
  <Words>89</Words>
  <Application>Microsoft Office PowerPoint</Application>
  <PresentationFormat>Custom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26</cp:revision>
  <cp:lastPrinted>2024-03-13T21:12:29Z</cp:lastPrinted>
  <dcterms:created xsi:type="dcterms:W3CDTF">2024-03-08T16:09:34Z</dcterms:created>
  <dcterms:modified xsi:type="dcterms:W3CDTF">2025-05-06T18:50:22Z</dcterms:modified>
</cp:coreProperties>
</file>