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6" r:id="rId2"/>
    <p:sldId id="287" r:id="rId3"/>
    <p:sldId id="290" r:id="rId4"/>
    <p:sldId id="289" r:id="rId5"/>
    <p:sldId id="288" r:id="rId6"/>
  </p:sldIdLst>
  <p:sldSz cx="10696575" cy="7589838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7" userDrawn="1">
          <p15:clr>
            <a:srgbClr val="A4A3A4"/>
          </p15:clr>
        </p15:guide>
        <p15:guide id="2" pos="339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6B82020-BD2F-8054-82C3-A14D9833D7A1}" name="Robert Carucci" initials="RC" userId="S::rcarucci@hackensackpd.org::5be546eb-4763-4194-b93d-35346ec02cb5" providerId="AD"/>
  <p188:author id="{614EE433-4CD8-D6C9-71EC-C019CC5DD367}" name="Ray Guidetti" initials="" userId="S::rguidetti@hackensack.org::9cdb527b-782c-4e10-85bc-d9af381ffb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A0F9"/>
    <a:srgbClr val="E0404C"/>
    <a:srgbClr val="05EDFE"/>
    <a:srgbClr val="36105B"/>
    <a:srgbClr val="D100D0"/>
    <a:srgbClr val="020D56"/>
    <a:srgbClr val="00EBFF"/>
    <a:srgbClr val="023F93"/>
    <a:srgbClr val="9ADBFE"/>
    <a:srgbClr val="513E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63DFCC-8EEF-B94D-C96A-C1BB01A80279}" v="6" dt="2025-06-22T00:31:20.5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2" d="100"/>
          <a:sy n="122" d="100"/>
        </p:scale>
        <p:origin x="102" y="294"/>
      </p:cViewPr>
      <p:guideLst>
        <p:guide orient="horz" pos="2367"/>
        <p:guide pos="33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Carucci" userId="5be546eb-4763-4194-b93d-35346ec02cb5" providerId="ADAL" clId="{80FA4A73-7336-4310-8922-7F909728B756}"/>
    <pc:docChg chg="undo custSel modSld">
      <pc:chgData name="Robert Carucci" userId="5be546eb-4763-4194-b93d-35346ec02cb5" providerId="ADAL" clId="{80FA4A73-7336-4310-8922-7F909728B756}" dt="2025-06-11T02:34:59.740" v="272" actId="1038"/>
      <pc:docMkLst>
        <pc:docMk/>
      </pc:docMkLst>
      <pc:sldChg chg="addSp delSp modSp mod">
        <pc:chgData name="Robert Carucci" userId="5be546eb-4763-4194-b93d-35346ec02cb5" providerId="ADAL" clId="{80FA4A73-7336-4310-8922-7F909728B756}" dt="2025-06-11T02:34:59.740" v="272" actId="1038"/>
        <pc:sldMkLst>
          <pc:docMk/>
          <pc:sldMk cId="1185383279" sldId="286"/>
        </pc:sldMkLst>
        <pc:spChg chg="mod">
          <ac:chgData name="Robert Carucci" userId="5be546eb-4763-4194-b93d-35346ec02cb5" providerId="ADAL" clId="{80FA4A73-7336-4310-8922-7F909728B756}" dt="2025-06-03T15:48:32.458" v="2" actId="962"/>
          <ac:spMkLst>
            <pc:docMk/>
            <pc:sldMk cId="1185383279" sldId="286"/>
            <ac:spMk id="3" creationId="{1DC413AF-7BDC-95C3-D7E3-FFEA18782840}"/>
          </ac:spMkLst>
        </pc:spChg>
        <pc:spChg chg="add del">
          <ac:chgData name="Robert Carucci" userId="5be546eb-4763-4194-b93d-35346ec02cb5" providerId="ADAL" clId="{80FA4A73-7336-4310-8922-7F909728B756}" dt="2025-06-11T00:54:49.498" v="259" actId="478"/>
          <ac:spMkLst>
            <pc:docMk/>
            <pc:sldMk cId="1185383279" sldId="286"/>
            <ac:spMk id="4" creationId="{C3FFEA5F-4496-A20C-8C2A-DB13E6D84E4F}"/>
          </ac:spMkLst>
        </pc:spChg>
        <pc:spChg chg="mod">
          <ac:chgData name="Robert Carucci" userId="5be546eb-4763-4194-b93d-35346ec02cb5" providerId="ADAL" clId="{80FA4A73-7336-4310-8922-7F909728B756}" dt="2025-06-03T15:48:32.458" v="2" actId="962"/>
          <ac:spMkLst>
            <pc:docMk/>
            <pc:sldMk cId="1185383279" sldId="286"/>
            <ac:spMk id="11" creationId="{D2E4D2F0-48AC-1E78-A65A-1C25D0D7E5D5}"/>
          </ac:spMkLst>
        </pc:spChg>
        <pc:grpChg chg="mod">
          <ac:chgData name="Robert Carucci" userId="5be546eb-4763-4194-b93d-35346ec02cb5" providerId="ADAL" clId="{80FA4A73-7336-4310-8922-7F909728B756}" dt="2025-06-03T15:48:32.458" v="2" actId="962"/>
          <ac:grpSpMkLst>
            <pc:docMk/>
            <pc:sldMk cId="1185383279" sldId="286"/>
            <ac:grpSpMk id="2" creationId="{D8B13CCC-7996-AEE2-018C-9324732FBF0E}"/>
          </ac:grpSpMkLst>
        </pc:grpChg>
        <pc:picChg chg="add">
          <ac:chgData name="Robert Carucci" userId="5be546eb-4763-4194-b93d-35346ec02cb5" providerId="ADAL" clId="{80FA4A73-7336-4310-8922-7F909728B756}" dt="2025-06-11T02:34:29.444" v="260"/>
          <ac:picMkLst>
            <pc:docMk/>
            <pc:sldMk cId="1185383279" sldId="286"/>
            <ac:picMk id="4" creationId="{69B9AF1E-1ED1-CE2E-FE5A-E583BA126269}"/>
          </ac:picMkLst>
        </pc:picChg>
        <pc:picChg chg="add">
          <ac:chgData name="Robert Carucci" userId="5be546eb-4763-4194-b93d-35346ec02cb5" providerId="ADAL" clId="{80FA4A73-7336-4310-8922-7F909728B756}" dt="2025-06-11T02:34:39.092" v="261"/>
          <ac:picMkLst>
            <pc:docMk/>
            <pc:sldMk cId="1185383279" sldId="286"/>
            <ac:picMk id="5" creationId="{6CA1D498-18C1-D686-D2CD-2BF2A947FC8C}"/>
          </ac:picMkLst>
        </pc:picChg>
        <pc:picChg chg="add del mod">
          <ac:chgData name="Robert Carucci" userId="5be546eb-4763-4194-b93d-35346ec02cb5" providerId="ADAL" clId="{80FA4A73-7336-4310-8922-7F909728B756}" dt="2025-06-11T02:34:49.242" v="265" actId="21"/>
          <ac:picMkLst>
            <pc:docMk/>
            <pc:sldMk cId="1185383279" sldId="286"/>
            <ac:picMk id="9" creationId="{F3D02DC8-458B-CA30-4D9F-15B34F2FE867}"/>
          </ac:picMkLst>
        </pc:picChg>
        <pc:picChg chg="add mod">
          <ac:chgData name="Robert Carucci" userId="5be546eb-4763-4194-b93d-35346ec02cb5" providerId="ADAL" clId="{80FA4A73-7336-4310-8922-7F909728B756}" dt="2025-06-11T02:34:50.588" v="266"/>
          <ac:picMkLst>
            <pc:docMk/>
            <pc:sldMk cId="1185383279" sldId="286"/>
            <ac:picMk id="10" creationId="{F3D02DC8-458B-CA30-4D9F-15B34F2FE867}"/>
          </ac:picMkLst>
        </pc:picChg>
        <pc:picChg chg="mod">
          <ac:chgData name="Robert Carucci" userId="5be546eb-4763-4194-b93d-35346ec02cb5" providerId="ADAL" clId="{80FA4A73-7336-4310-8922-7F909728B756}" dt="2025-06-03T15:48:32.458" v="2" actId="962"/>
          <ac:picMkLst>
            <pc:docMk/>
            <pc:sldMk cId="1185383279" sldId="286"/>
            <ac:picMk id="20" creationId="{678E3416-C686-FDF0-8A3E-CD856CD99F05}"/>
          </ac:picMkLst>
        </pc:picChg>
        <pc:picChg chg="mod">
          <ac:chgData name="Robert Carucci" userId="5be546eb-4763-4194-b93d-35346ec02cb5" providerId="ADAL" clId="{80FA4A73-7336-4310-8922-7F909728B756}" dt="2025-06-11T02:34:59.740" v="272" actId="1038"/>
          <ac:picMkLst>
            <pc:docMk/>
            <pc:sldMk cId="1185383279" sldId="286"/>
            <ac:picMk id="23" creationId="{9774AC32-66C6-2C48-3131-50BB390389F2}"/>
          </ac:picMkLst>
        </pc:picChg>
        <pc:cxnChg chg="mod">
          <ac:chgData name="Robert Carucci" userId="5be546eb-4763-4194-b93d-35346ec02cb5" providerId="ADAL" clId="{80FA4A73-7336-4310-8922-7F909728B756}" dt="2025-06-03T15:48:32.458" v="2" actId="962"/>
          <ac:cxnSpMkLst>
            <pc:docMk/>
            <pc:sldMk cId="1185383279" sldId="286"/>
            <ac:cxnSpMk id="6" creationId="{BCF1E475-552D-A49B-CD52-9D05258B07D1}"/>
          </ac:cxnSpMkLst>
        </pc:cxnChg>
        <pc:cxnChg chg="mod">
          <ac:chgData name="Robert Carucci" userId="5be546eb-4763-4194-b93d-35346ec02cb5" providerId="ADAL" clId="{80FA4A73-7336-4310-8922-7F909728B756}" dt="2025-06-03T15:48:32.458" v="2" actId="962"/>
          <ac:cxnSpMkLst>
            <pc:docMk/>
            <pc:sldMk cId="1185383279" sldId="286"/>
            <ac:cxnSpMk id="8" creationId="{B09F8DE2-A8D5-629F-28CC-BD9F02AA4D95}"/>
          </ac:cxnSpMkLst>
        </pc:cxnChg>
      </pc:sldChg>
      <pc:sldChg chg="addSp delSp modSp mod">
        <pc:chgData name="Robert Carucci" userId="5be546eb-4763-4194-b93d-35346ec02cb5" providerId="ADAL" clId="{80FA4A73-7336-4310-8922-7F909728B756}" dt="2025-06-03T18:52:24.104" v="255"/>
        <pc:sldMkLst>
          <pc:docMk/>
          <pc:sldMk cId="3242726822" sldId="287"/>
        </pc:sldMkLst>
        <pc:spChg chg="mod">
          <ac:chgData name="Robert Carucci" userId="5be546eb-4763-4194-b93d-35346ec02cb5" providerId="ADAL" clId="{80FA4A73-7336-4310-8922-7F909728B756}" dt="2025-06-03T15:50:07.925" v="30" actId="20577"/>
          <ac:spMkLst>
            <pc:docMk/>
            <pc:sldMk cId="3242726822" sldId="287"/>
            <ac:spMk id="3" creationId="{A4A70DD7-F6C8-3576-23A6-EAB31FB526E5}"/>
          </ac:spMkLst>
        </pc:spChg>
        <pc:spChg chg="add mod">
          <ac:chgData name="Robert Carucci" userId="5be546eb-4763-4194-b93d-35346ec02cb5" providerId="ADAL" clId="{80FA4A73-7336-4310-8922-7F909728B756}" dt="2025-06-03T18:52:24.104" v="255"/>
          <ac:spMkLst>
            <pc:docMk/>
            <pc:sldMk cId="3242726822" sldId="287"/>
            <ac:spMk id="12" creationId="{19625543-E1CE-B023-7FD1-082A61DC6430}"/>
          </ac:spMkLst>
        </pc:spChg>
        <pc:picChg chg="mod">
          <ac:chgData name="Robert Carucci" userId="5be546eb-4763-4194-b93d-35346ec02cb5" providerId="ADAL" clId="{80FA4A73-7336-4310-8922-7F909728B756}" dt="2025-06-03T16:18:05.071" v="98" actId="14826"/>
          <ac:picMkLst>
            <pc:docMk/>
            <pc:sldMk cId="3242726822" sldId="287"/>
            <ac:picMk id="10" creationId="{F5F06B96-A1E5-54E0-A41E-19E0FE694EB8}"/>
          </ac:picMkLst>
        </pc:picChg>
      </pc:sldChg>
      <pc:sldChg chg="addSp delSp modSp mod">
        <pc:chgData name="Robert Carucci" userId="5be546eb-4763-4194-b93d-35346ec02cb5" providerId="ADAL" clId="{80FA4A73-7336-4310-8922-7F909728B756}" dt="2025-06-03T18:48:35.281" v="245"/>
        <pc:sldMkLst>
          <pc:docMk/>
          <pc:sldMk cId="477563929" sldId="288"/>
        </pc:sldMkLst>
        <pc:spChg chg="add mod">
          <ac:chgData name="Robert Carucci" userId="5be546eb-4763-4194-b93d-35346ec02cb5" providerId="ADAL" clId="{80FA4A73-7336-4310-8922-7F909728B756}" dt="2025-06-03T18:48:35.281" v="245"/>
          <ac:spMkLst>
            <pc:docMk/>
            <pc:sldMk cId="477563929" sldId="288"/>
            <ac:spMk id="4" creationId="{1BA599C1-44A0-292D-D56C-EDA12066FF08}"/>
          </ac:spMkLst>
        </pc:spChg>
        <pc:picChg chg="mod">
          <ac:chgData name="Robert Carucci" userId="5be546eb-4763-4194-b93d-35346ec02cb5" providerId="ADAL" clId="{80FA4A73-7336-4310-8922-7F909728B756}" dt="2025-06-03T16:14:43.566" v="70" actId="14826"/>
          <ac:picMkLst>
            <pc:docMk/>
            <pc:sldMk cId="477563929" sldId="288"/>
            <ac:picMk id="17" creationId="{D75B3C04-85A2-0917-81B5-AE7035A83086}"/>
          </ac:picMkLst>
        </pc:picChg>
      </pc:sldChg>
      <pc:sldChg chg="addSp delSp modSp mod">
        <pc:chgData name="Robert Carucci" userId="5be546eb-4763-4194-b93d-35346ec02cb5" providerId="ADAL" clId="{80FA4A73-7336-4310-8922-7F909728B756}" dt="2025-06-03T18:49:08.998" v="250" actId="14826"/>
        <pc:sldMkLst>
          <pc:docMk/>
          <pc:sldMk cId="3092951088" sldId="289"/>
        </pc:sldMkLst>
        <pc:spChg chg="add mod">
          <ac:chgData name="Robert Carucci" userId="5be546eb-4763-4194-b93d-35346ec02cb5" providerId="ADAL" clId="{80FA4A73-7336-4310-8922-7F909728B756}" dt="2025-06-03T17:44:16.549" v="197" actId="114"/>
          <ac:spMkLst>
            <pc:docMk/>
            <pc:sldMk cId="3092951088" sldId="289"/>
            <ac:spMk id="21" creationId="{C288BEE4-55BD-90D4-E0F9-890A59257E19}"/>
          </ac:spMkLst>
        </pc:spChg>
        <pc:picChg chg="mod">
          <ac:chgData name="Robert Carucci" userId="5be546eb-4763-4194-b93d-35346ec02cb5" providerId="ADAL" clId="{80FA4A73-7336-4310-8922-7F909728B756}" dt="2025-06-03T18:49:08.998" v="250" actId="14826"/>
          <ac:picMkLst>
            <pc:docMk/>
            <pc:sldMk cId="3092951088" sldId="289"/>
            <ac:picMk id="10" creationId="{535F5F85-C538-D984-3D10-CF520A9B4407}"/>
          </ac:picMkLst>
        </pc:picChg>
        <pc:picChg chg="mod">
          <ac:chgData name="Robert Carucci" userId="5be546eb-4763-4194-b93d-35346ec02cb5" providerId="ADAL" clId="{80FA4A73-7336-4310-8922-7F909728B756}" dt="2025-06-03T16:16:34.237" v="80" actId="14826"/>
          <ac:picMkLst>
            <pc:docMk/>
            <pc:sldMk cId="3092951088" sldId="289"/>
            <ac:picMk id="19" creationId="{237D4232-08F5-7F03-CA3B-8B7D68149181}"/>
          </ac:picMkLst>
        </pc:picChg>
      </pc:sldChg>
      <pc:sldChg chg="addSp delSp modSp mod">
        <pc:chgData name="Robert Carucci" userId="5be546eb-4763-4194-b93d-35346ec02cb5" providerId="ADAL" clId="{80FA4A73-7336-4310-8922-7F909728B756}" dt="2025-06-03T18:51:48.761" v="253" actId="14826"/>
        <pc:sldMkLst>
          <pc:docMk/>
          <pc:sldMk cId="2494822564" sldId="290"/>
        </pc:sldMkLst>
        <pc:spChg chg="add mod">
          <ac:chgData name="Robert Carucci" userId="5be546eb-4763-4194-b93d-35346ec02cb5" providerId="ADAL" clId="{80FA4A73-7336-4310-8922-7F909728B756}" dt="2025-06-03T17:39:09.667" v="172" actId="1076"/>
          <ac:spMkLst>
            <pc:docMk/>
            <pc:sldMk cId="2494822564" sldId="290"/>
            <ac:spMk id="21" creationId="{475FE58B-3314-BAFD-AF4D-F22E22BFC67D}"/>
          </ac:spMkLst>
        </pc:spChg>
        <pc:picChg chg="mod">
          <ac:chgData name="Robert Carucci" userId="5be546eb-4763-4194-b93d-35346ec02cb5" providerId="ADAL" clId="{80FA4A73-7336-4310-8922-7F909728B756}" dt="2025-06-03T18:51:48.761" v="253" actId="14826"/>
          <ac:picMkLst>
            <pc:docMk/>
            <pc:sldMk cId="2494822564" sldId="290"/>
            <ac:picMk id="16" creationId="{49AE32CB-754D-5033-1352-3B899A22C0B7}"/>
          </ac:picMkLst>
        </pc:picChg>
        <pc:picChg chg="mod">
          <ac:chgData name="Robert Carucci" userId="5be546eb-4763-4194-b93d-35346ec02cb5" providerId="ADAL" clId="{80FA4A73-7336-4310-8922-7F909728B756}" dt="2025-06-03T16:17:28.872" v="88" actId="14826"/>
          <ac:picMkLst>
            <pc:docMk/>
            <pc:sldMk cId="2494822564" sldId="290"/>
            <ac:picMk id="17" creationId="{3F768091-E321-12E9-4AA8-60644146CA4D}"/>
          </ac:picMkLst>
        </pc:picChg>
      </pc:sldChg>
    </pc:docChg>
  </pc:docChgLst>
  <pc:docChgLst>
    <pc:chgData name="Robert Carucci" userId="S::rcarucci@hackensackpd.org::5be546eb-4763-4194-b93d-35346ec02cb5" providerId="AD" clId="Web-{6B0B8DDE-0933-DD39-3FBB-3AB83D40564B}"/>
    <pc:docChg chg="modSld">
      <pc:chgData name="Robert Carucci" userId="S::rcarucci@hackensackpd.org::5be546eb-4763-4194-b93d-35346ec02cb5" providerId="AD" clId="Web-{6B0B8DDE-0933-DD39-3FBB-3AB83D40564B}" dt="2025-06-10T22:54:48.262" v="0"/>
      <pc:docMkLst>
        <pc:docMk/>
      </pc:docMkLst>
      <pc:sldChg chg="delSp">
        <pc:chgData name="Robert Carucci" userId="S::rcarucci@hackensackpd.org::5be546eb-4763-4194-b93d-35346ec02cb5" providerId="AD" clId="Web-{6B0B8DDE-0933-DD39-3FBB-3AB83D40564B}" dt="2025-06-10T22:54:48.262" v="0"/>
        <pc:sldMkLst>
          <pc:docMk/>
          <pc:sldMk cId="1185383279" sldId="286"/>
        </pc:sldMkLst>
        <pc:spChg chg="del">
          <ac:chgData name="Robert Carucci" userId="S::rcarucci@hackensackpd.org::5be546eb-4763-4194-b93d-35346ec02cb5" providerId="AD" clId="Web-{6B0B8DDE-0933-DD39-3FBB-3AB83D40564B}" dt="2025-06-10T22:54:48.262" v="0"/>
          <ac:spMkLst>
            <pc:docMk/>
            <pc:sldMk cId="1185383279" sldId="286"/>
            <ac:spMk id="5" creationId="{C79C1D5D-1517-A66C-FFF5-D9BCC0F5A150}"/>
          </ac:spMkLst>
        </pc:spChg>
      </pc:sldChg>
    </pc:docChg>
  </pc:docChgLst>
  <pc:docChgLst>
    <pc:chgData name="Robert Carucci" userId="5be546eb-4763-4194-b93d-35346ec02cb5" providerId="ADAL" clId="{2E5EEE3C-15FE-4F0C-82C3-7FF7428509BA}"/>
    <pc:docChg chg="undo custSel modSld">
      <pc:chgData name="Robert Carucci" userId="5be546eb-4763-4194-b93d-35346ec02cb5" providerId="ADAL" clId="{2E5EEE3C-15FE-4F0C-82C3-7FF7428509BA}" dt="2025-05-21T18:07:14.970" v="152" actId="14100"/>
      <pc:docMkLst>
        <pc:docMk/>
      </pc:docMkLst>
      <pc:sldChg chg="addSp delSp modSp mod">
        <pc:chgData name="Robert Carucci" userId="5be546eb-4763-4194-b93d-35346ec02cb5" providerId="ADAL" clId="{2E5EEE3C-15FE-4F0C-82C3-7FF7428509BA}" dt="2025-05-21T18:06:01.083" v="139" actId="14100"/>
        <pc:sldMkLst>
          <pc:docMk/>
          <pc:sldMk cId="1185383279" sldId="286"/>
        </pc:sldMkLst>
        <pc:picChg chg="mod">
          <ac:chgData name="Robert Carucci" userId="5be546eb-4763-4194-b93d-35346ec02cb5" providerId="ADAL" clId="{2E5EEE3C-15FE-4F0C-82C3-7FF7428509BA}" dt="2025-05-21T17:24:42.459" v="66" actId="14826"/>
          <ac:picMkLst>
            <pc:docMk/>
            <pc:sldMk cId="1185383279" sldId="286"/>
            <ac:picMk id="23" creationId="{9774AC32-66C6-2C48-3131-50BB390389F2}"/>
          </ac:picMkLst>
        </pc:picChg>
      </pc:sldChg>
      <pc:sldChg chg="addSp delSp modSp mod">
        <pc:chgData name="Robert Carucci" userId="5be546eb-4763-4194-b93d-35346ec02cb5" providerId="ADAL" clId="{2E5EEE3C-15FE-4F0C-82C3-7FF7428509BA}" dt="2025-05-21T18:07:14.970" v="152" actId="14100"/>
        <pc:sldMkLst>
          <pc:docMk/>
          <pc:sldMk cId="3242726822" sldId="287"/>
        </pc:sldMkLst>
        <pc:picChg chg="mod">
          <ac:chgData name="Robert Carucci" userId="5be546eb-4763-4194-b93d-35346ec02cb5" providerId="ADAL" clId="{2E5EEE3C-15FE-4F0C-82C3-7FF7428509BA}" dt="2025-05-21T17:25:07.938" v="71" actId="14826"/>
          <ac:picMkLst>
            <pc:docMk/>
            <pc:sldMk cId="3242726822" sldId="287"/>
            <ac:picMk id="10" creationId="{F5F06B96-A1E5-54E0-A41E-19E0FE694EB8}"/>
          </ac:picMkLst>
        </pc:picChg>
      </pc:sldChg>
      <pc:sldChg chg="addSp delSp modSp mod">
        <pc:chgData name="Robert Carucci" userId="5be546eb-4763-4194-b93d-35346ec02cb5" providerId="ADAL" clId="{2E5EEE3C-15FE-4F0C-82C3-7FF7428509BA}" dt="2025-05-21T18:06:40.956" v="148" actId="1076"/>
        <pc:sldMkLst>
          <pc:docMk/>
          <pc:sldMk cId="477563929" sldId="288"/>
        </pc:sldMkLst>
        <pc:spChg chg="mod">
          <ac:chgData name="Robert Carucci" userId="5be546eb-4763-4194-b93d-35346ec02cb5" providerId="ADAL" clId="{2E5EEE3C-15FE-4F0C-82C3-7FF7428509BA}" dt="2025-05-21T18:06:25.619" v="144" actId="403"/>
          <ac:spMkLst>
            <pc:docMk/>
            <pc:sldMk cId="477563929" sldId="288"/>
            <ac:spMk id="3" creationId="{B5B63965-D5CA-2549-2701-0EC597466C2F}"/>
          </ac:spMkLst>
        </pc:spChg>
        <pc:spChg chg="mod">
          <ac:chgData name="Robert Carucci" userId="5be546eb-4763-4194-b93d-35346ec02cb5" providerId="ADAL" clId="{2E5EEE3C-15FE-4F0C-82C3-7FF7428509BA}" dt="2025-05-21T18:06:25.619" v="144" actId="403"/>
          <ac:spMkLst>
            <pc:docMk/>
            <pc:sldMk cId="477563929" sldId="288"/>
            <ac:spMk id="11" creationId="{B5DFEEA4-8196-664A-FF30-814A8A0A4171}"/>
          </ac:spMkLst>
        </pc:spChg>
        <pc:spChg chg="mod">
          <ac:chgData name="Robert Carucci" userId="5be546eb-4763-4194-b93d-35346ec02cb5" providerId="ADAL" clId="{2E5EEE3C-15FE-4F0C-82C3-7FF7428509BA}" dt="2025-05-21T18:06:25.619" v="144" actId="403"/>
          <ac:spMkLst>
            <pc:docMk/>
            <pc:sldMk cId="477563929" sldId="288"/>
            <ac:spMk id="14" creationId="{2926E1D0-2DD7-B7AE-4B23-2A7DF8AC0325}"/>
          </ac:spMkLst>
        </pc:spChg>
        <pc:spChg chg="mod">
          <ac:chgData name="Robert Carucci" userId="5be546eb-4763-4194-b93d-35346ec02cb5" providerId="ADAL" clId="{2E5EEE3C-15FE-4F0C-82C3-7FF7428509BA}" dt="2025-05-21T18:06:25.619" v="144" actId="403"/>
          <ac:spMkLst>
            <pc:docMk/>
            <pc:sldMk cId="477563929" sldId="288"/>
            <ac:spMk id="15" creationId="{FEA68C91-F7C1-9115-DC5F-D681C1DB668B}"/>
          </ac:spMkLst>
        </pc:spChg>
        <pc:picChg chg="mod">
          <ac:chgData name="Robert Carucci" userId="5be546eb-4763-4194-b93d-35346ec02cb5" providerId="ADAL" clId="{2E5EEE3C-15FE-4F0C-82C3-7FF7428509BA}" dt="2025-05-21T17:27:48.416" v="96" actId="14826"/>
          <ac:picMkLst>
            <pc:docMk/>
            <pc:sldMk cId="477563929" sldId="288"/>
            <ac:picMk id="17" creationId="{D75B3C04-85A2-0917-81B5-AE7035A83086}"/>
          </ac:picMkLst>
        </pc:picChg>
      </pc:sldChg>
      <pc:sldChg chg="addSp delSp modSp mod">
        <pc:chgData name="Robert Carucci" userId="5be546eb-4763-4194-b93d-35346ec02cb5" providerId="ADAL" clId="{2E5EEE3C-15FE-4F0C-82C3-7FF7428509BA}" dt="2025-05-21T18:04:23.538" v="116" actId="20577"/>
        <pc:sldMkLst>
          <pc:docMk/>
          <pc:sldMk cId="3092951088" sldId="289"/>
        </pc:sldMkLst>
        <pc:picChg chg="mod">
          <ac:chgData name="Robert Carucci" userId="5be546eb-4763-4194-b93d-35346ec02cb5" providerId="ADAL" clId="{2E5EEE3C-15FE-4F0C-82C3-7FF7428509BA}" dt="2025-05-21T17:27:11.207" v="86" actId="14826"/>
          <ac:picMkLst>
            <pc:docMk/>
            <pc:sldMk cId="3092951088" sldId="289"/>
            <ac:picMk id="10" creationId="{535F5F85-C538-D984-3D10-CF520A9B4407}"/>
          </ac:picMkLst>
        </pc:picChg>
        <pc:picChg chg="mod">
          <ac:chgData name="Robert Carucci" userId="5be546eb-4763-4194-b93d-35346ec02cb5" providerId="ADAL" clId="{2E5EEE3C-15FE-4F0C-82C3-7FF7428509BA}" dt="2025-05-21T17:27:27.687" v="91" actId="14826"/>
          <ac:picMkLst>
            <pc:docMk/>
            <pc:sldMk cId="3092951088" sldId="289"/>
            <ac:picMk id="19" creationId="{237D4232-08F5-7F03-CA3B-8B7D68149181}"/>
          </ac:picMkLst>
        </pc:picChg>
      </pc:sldChg>
      <pc:sldChg chg="addSp delSp modSp mod">
        <pc:chgData name="Robert Carucci" userId="5be546eb-4763-4194-b93d-35346ec02cb5" providerId="ADAL" clId="{2E5EEE3C-15FE-4F0C-82C3-7FF7428509BA}" dt="2025-05-21T18:05:50.829" v="138" actId="14100"/>
        <pc:sldMkLst>
          <pc:docMk/>
          <pc:sldMk cId="2494822564" sldId="290"/>
        </pc:sldMkLst>
        <pc:picChg chg="mod">
          <ac:chgData name="Robert Carucci" userId="5be546eb-4763-4194-b93d-35346ec02cb5" providerId="ADAL" clId="{2E5EEE3C-15FE-4F0C-82C3-7FF7428509BA}" dt="2025-05-21T17:51:19.920" v="99" actId="14826"/>
          <ac:picMkLst>
            <pc:docMk/>
            <pc:sldMk cId="2494822564" sldId="290"/>
            <ac:picMk id="16" creationId="{49AE32CB-754D-5033-1352-3B899A22C0B7}"/>
          </ac:picMkLst>
        </pc:picChg>
        <pc:picChg chg="mod">
          <ac:chgData name="Robert Carucci" userId="5be546eb-4763-4194-b93d-35346ec02cb5" providerId="ADAL" clId="{2E5EEE3C-15FE-4F0C-82C3-7FF7428509BA}" dt="2025-05-21T17:26:32.539" v="81" actId="14826"/>
          <ac:picMkLst>
            <pc:docMk/>
            <pc:sldMk cId="2494822564" sldId="290"/>
            <ac:picMk id="17" creationId="{3F768091-E321-12E9-4AA8-60644146CA4D}"/>
          </ac:picMkLst>
        </pc:picChg>
      </pc:sldChg>
    </pc:docChg>
  </pc:docChgLst>
  <pc:docChgLst>
    <pc:chgData name="Robert Carucci" userId="5be546eb-4763-4194-b93d-35346ec02cb5" providerId="ADAL" clId="{2CCAE65D-8267-4F86-8F0A-BA803A734201}"/>
    <pc:docChg chg="undo custSel modSld sldOrd">
      <pc:chgData name="Robert Carucci" userId="5be546eb-4763-4194-b93d-35346ec02cb5" providerId="ADAL" clId="{2CCAE65D-8267-4F86-8F0A-BA803A734201}" dt="2025-05-06T18:50:21.351" v="1109" actId="1076"/>
      <pc:docMkLst>
        <pc:docMk/>
      </pc:docMkLst>
      <pc:sldChg chg="addSp delSp modSp mod">
        <pc:chgData name="Robert Carucci" userId="5be546eb-4763-4194-b93d-35346ec02cb5" providerId="ADAL" clId="{2CCAE65D-8267-4F86-8F0A-BA803A734201}" dt="2025-05-06T18:42:47.133" v="1032" actId="1076"/>
        <pc:sldMkLst>
          <pc:docMk/>
          <pc:sldMk cId="1185383279" sldId="286"/>
        </pc:sldMkLst>
        <pc:spChg chg="mod">
          <ac:chgData name="Robert Carucci" userId="5be546eb-4763-4194-b93d-35346ec02cb5" providerId="ADAL" clId="{2CCAE65D-8267-4F86-8F0A-BA803A734201}" dt="2025-05-06T18:02:08.508" v="793" actId="14100"/>
          <ac:spMkLst>
            <pc:docMk/>
            <pc:sldMk cId="1185383279" sldId="286"/>
            <ac:spMk id="3" creationId="{1DC413AF-7BDC-95C3-D7E3-FFEA18782840}"/>
          </ac:spMkLst>
        </pc:spChg>
        <pc:spChg chg="mod">
          <ac:chgData name="Robert Carucci" userId="5be546eb-4763-4194-b93d-35346ec02cb5" providerId="ADAL" clId="{2CCAE65D-8267-4F86-8F0A-BA803A734201}" dt="2025-05-06T18:02:29.151" v="830" actId="122"/>
          <ac:spMkLst>
            <pc:docMk/>
            <pc:sldMk cId="1185383279" sldId="286"/>
            <ac:spMk id="11" creationId="{D2E4D2F0-48AC-1E78-A65A-1C25D0D7E5D5}"/>
          </ac:spMkLst>
        </pc:spChg>
        <pc:picChg chg="add mod">
          <ac:chgData name="Robert Carucci" userId="5be546eb-4763-4194-b93d-35346ec02cb5" providerId="ADAL" clId="{2CCAE65D-8267-4F86-8F0A-BA803A734201}" dt="2025-05-06T18:05:44.957" v="1015" actId="14100"/>
          <ac:picMkLst>
            <pc:docMk/>
            <pc:sldMk cId="1185383279" sldId="286"/>
            <ac:picMk id="23" creationId="{9774AC32-66C6-2C48-3131-50BB390389F2}"/>
          </ac:picMkLst>
        </pc:picChg>
        <pc:cxnChg chg="mod">
          <ac:chgData name="Robert Carucci" userId="5be546eb-4763-4194-b93d-35346ec02cb5" providerId="ADAL" clId="{2CCAE65D-8267-4F86-8F0A-BA803A734201}" dt="2025-05-06T18:02:14.493" v="826" actId="1037"/>
          <ac:cxnSpMkLst>
            <pc:docMk/>
            <pc:sldMk cId="1185383279" sldId="286"/>
            <ac:cxnSpMk id="6" creationId="{BCF1E475-552D-A49B-CD52-9D05258B07D1}"/>
          </ac:cxnSpMkLst>
        </pc:cxnChg>
        <pc:cxnChg chg="mod">
          <ac:chgData name="Robert Carucci" userId="5be546eb-4763-4194-b93d-35346ec02cb5" providerId="ADAL" clId="{2CCAE65D-8267-4F86-8F0A-BA803A734201}" dt="2025-05-06T18:01:34.089" v="737" actId="1035"/>
          <ac:cxnSpMkLst>
            <pc:docMk/>
            <pc:sldMk cId="1185383279" sldId="286"/>
            <ac:cxnSpMk id="8" creationId="{B09F8DE2-A8D5-629F-28CC-BD9F02AA4D95}"/>
          </ac:cxnSpMkLst>
        </pc:cxnChg>
      </pc:sldChg>
      <pc:sldChg chg="addSp delSp modSp mod ord">
        <pc:chgData name="Robert Carucci" userId="5be546eb-4763-4194-b93d-35346ec02cb5" providerId="ADAL" clId="{2CCAE65D-8267-4F86-8F0A-BA803A734201}" dt="2025-05-06T18:49:53.943" v="1105" actId="14100"/>
        <pc:sldMkLst>
          <pc:docMk/>
          <pc:sldMk cId="3242726822" sldId="287"/>
        </pc:sldMkLst>
        <pc:spChg chg="mod">
          <ac:chgData name="Robert Carucci" userId="5be546eb-4763-4194-b93d-35346ec02cb5" providerId="ADAL" clId="{2CCAE65D-8267-4F86-8F0A-BA803A734201}" dt="2025-05-06T18:49:46.811" v="1104" actId="1035"/>
          <ac:spMkLst>
            <pc:docMk/>
            <pc:sldMk cId="3242726822" sldId="287"/>
            <ac:spMk id="3" creationId="{A4A70DD7-F6C8-3576-23A6-EAB31FB526E5}"/>
          </ac:spMkLst>
        </pc:spChg>
        <pc:spChg chg="mod">
          <ac:chgData name="Robert Carucci" userId="5be546eb-4763-4194-b93d-35346ec02cb5" providerId="ADAL" clId="{2CCAE65D-8267-4F86-8F0A-BA803A734201}" dt="2025-05-06T18:49:46.811" v="1104" actId="1035"/>
          <ac:spMkLst>
            <pc:docMk/>
            <pc:sldMk cId="3242726822" sldId="287"/>
            <ac:spMk id="11" creationId="{41C18280-889F-F719-F309-76204AA327DD}"/>
          </ac:spMkLst>
        </pc:spChg>
        <pc:picChg chg="add mod">
          <ac:chgData name="Robert Carucci" userId="5be546eb-4763-4194-b93d-35346ec02cb5" providerId="ADAL" clId="{2CCAE65D-8267-4F86-8F0A-BA803A734201}" dt="2025-05-06T18:05:50.468" v="1016" actId="14100"/>
          <ac:picMkLst>
            <pc:docMk/>
            <pc:sldMk cId="3242726822" sldId="287"/>
            <ac:picMk id="10" creationId="{F5F06B96-A1E5-54E0-A41E-19E0FE694EB8}"/>
          </ac:picMkLst>
        </pc:picChg>
        <pc:cxnChg chg="mod">
          <ac:chgData name="Robert Carucci" userId="5be546eb-4763-4194-b93d-35346ec02cb5" providerId="ADAL" clId="{2CCAE65D-8267-4F86-8F0A-BA803A734201}" dt="2025-05-06T18:04:20.073" v="986" actId="1037"/>
          <ac:cxnSpMkLst>
            <pc:docMk/>
            <pc:sldMk cId="3242726822" sldId="287"/>
            <ac:cxnSpMk id="6" creationId="{0E260A50-7860-AC5B-F3C9-EA300A045CD9}"/>
          </ac:cxnSpMkLst>
        </pc:cxnChg>
        <pc:cxnChg chg="mod">
          <ac:chgData name="Robert Carucci" userId="5be546eb-4763-4194-b93d-35346ec02cb5" providerId="ADAL" clId="{2CCAE65D-8267-4F86-8F0A-BA803A734201}" dt="2025-05-06T18:03:27.536" v="879" actId="1036"/>
          <ac:cxnSpMkLst>
            <pc:docMk/>
            <pc:sldMk cId="3242726822" sldId="287"/>
            <ac:cxnSpMk id="8" creationId="{F4B0AF47-4BE3-53C2-FFDE-A8D3DD0820FF}"/>
          </ac:cxnSpMkLst>
        </pc:cxnChg>
      </pc:sldChg>
      <pc:sldChg chg="addSp delSp modSp mod">
        <pc:chgData name="Robert Carucci" userId="5be546eb-4763-4194-b93d-35346ec02cb5" providerId="ADAL" clId="{2CCAE65D-8267-4F86-8F0A-BA803A734201}" dt="2025-05-06T18:50:11.839" v="1107" actId="403"/>
        <pc:sldMkLst>
          <pc:docMk/>
          <pc:sldMk cId="477563929" sldId="288"/>
        </pc:sldMkLst>
        <pc:spChg chg="mod">
          <ac:chgData name="Robert Carucci" userId="5be546eb-4763-4194-b93d-35346ec02cb5" providerId="ADAL" clId="{2CCAE65D-8267-4F86-8F0A-BA803A734201}" dt="2025-05-06T18:05:19.681" v="1012" actId="108"/>
          <ac:spMkLst>
            <pc:docMk/>
            <pc:sldMk cId="477563929" sldId="288"/>
            <ac:spMk id="3" creationId="{B5B63965-D5CA-2549-2701-0EC597466C2F}"/>
          </ac:spMkLst>
        </pc:spChg>
        <pc:spChg chg="mod">
          <ac:chgData name="Robert Carucci" userId="5be546eb-4763-4194-b93d-35346ec02cb5" providerId="ADAL" clId="{2CCAE65D-8267-4F86-8F0A-BA803A734201}" dt="2025-05-06T18:05:17.450" v="1009" actId="108"/>
          <ac:spMkLst>
            <pc:docMk/>
            <pc:sldMk cId="477563929" sldId="288"/>
            <ac:spMk id="11" creationId="{B5DFEEA4-8196-664A-FF30-814A8A0A4171}"/>
          </ac:spMkLst>
        </pc:spChg>
        <pc:picChg chg="add mod">
          <ac:chgData name="Robert Carucci" userId="5be546eb-4763-4194-b93d-35346ec02cb5" providerId="ADAL" clId="{2CCAE65D-8267-4F86-8F0A-BA803A734201}" dt="2025-05-06T18:06:17.237" v="1021" actId="14100"/>
          <ac:picMkLst>
            <pc:docMk/>
            <pc:sldMk cId="477563929" sldId="288"/>
            <ac:picMk id="17" creationId="{D75B3C04-85A2-0917-81B5-AE7035A83086}"/>
          </ac:picMkLst>
        </pc:picChg>
        <pc:cxnChg chg="mod">
          <ac:chgData name="Robert Carucci" userId="5be546eb-4763-4194-b93d-35346ec02cb5" providerId="ADAL" clId="{2CCAE65D-8267-4F86-8F0A-BA803A734201}" dt="2025-05-06T17:44:11.131" v="504" actId="1076"/>
          <ac:cxnSpMkLst>
            <pc:docMk/>
            <pc:sldMk cId="477563929" sldId="288"/>
            <ac:cxnSpMk id="6" creationId="{4B746E7B-9A1A-0787-60D4-C3FC6DA9EBC0}"/>
          </ac:cxnSpMkLst>
        </pc:cxnChg>
        <pc:cxnChg chg="mod">
          <ac:chgData name="Robert Carucci" userId="5be546eb-4763-4194-b93d-35346ec02cb5" providerId="ADAL" clId="{2CCAE65D-8267-4F86-8F0A-BA803A734201}" dt="2025-05-06T17:42:22.033" v="491" actId="1036"/>
          <ac:cxnSpMkLst>
            <pc:docMk/>
            <pc:sldMk cId="477563929" sldId="288"/>
            <ac:cxnSpMk id="8" creationId="{0046A8A9-50AF-805C-785A-772E8194677A}"/>
          </ac:cxnSpMkLst>
        </pc:cxnChg>
      </pc:sldChg>
      <pc:sldChg chg="addSp delSp modSp mod">
        <pc:chgData name="Robert Carucci" userId="5be546eb-4763-4194-b93d-35346ec02cb5" providerId="ADAL" clId="{2CCAE65D-8267-4F86-8F0A-BA803A734201}" dt="2025-05-06T18:47:22.835" v="1087" actId="14826"/>
        <pc:sldMkLst>
          <pc:docMk/>
          <pc:sldMk cId="3092951088" sldId="289"/>
        </pc:sldMkLst>
        <pc:spChg chg="mod">
          <ac:chgData name="Robert Carucci" userId="5be546eb-4763-4194-b93d-35346ec02cb5" providerId="ADAL" clId="{2CCAE65D-8267-4F86-8F0A-BA803A734201}" dt="2025-05-06T18:46:47.832" v="1080" actId="122"/>
          <ac:spMkLst>
            <pc:docMk/>
            <pc:sldMk cId="3092951088" sldId="289"/>
            <ac:spMk id="3" creationId="{1C3EE03D-98B1-2618-B649-C491D80E2678}"/>
          </ac:spMkLst>
        </pc:spChg>
        <pc:spChg chg="mod">
          <ac:chgData name="Robert Carucci" userId="5be546eb-4763-4194-b93d-35346ec02cb5" providerId="ADAL" clId="{2CCAE65D-8267-4F86-8F0A-BA803A734201}" dt="2025-05-06T18:46:57.633" v="1082" actId="14100"/>
          <ac:spMkLst>
            <pc:docMk/>
            <pc:sldMk cId="3092951088" sldId="289"/>
            <ac:spMk id="11" creationId="{29076C33-779E-E933-3967-6500DFE0B658}"/>
          </ac:spMkLst>
        </pc:spChg>
        <pc:picChg chg="mod ord">
          <ac:chgData name="Robert Carucci" userId="5be546eb-4763-4194-b93d-35346ec02cb5" providerId="ADAL" clId="{2CCAE65D-8267-4F86-8F0A-BA803A734201}" dt="2025-05-06T17:58:47.228" v="671" actId="167"/>
          <ac:picMkLst>
            <pc:docMk/>
            <pc:sldMk cId="3092951088" sldId="289"/>
            <ac:picMk id="10" creationId="{535F5F85-C538-D984-3D10-CF520A9B4407}"/>
          </ac:picMkLst>
        </pc:picChg>
        <pc:picChg chg="add mod">
          <ac:chgData name="Robert Carucci" userId="5be546eb-4763-4194-b93d-35346ec02cb5" providerId="ADAL" clId="{2CCAE65D-8267-4F86-8F0A-BA803A734201}" dt="2025-05-06T18:06:11.820" v="1020" actId="14100"/>
          <ac:picMkLst>
            <pc:docMk/>
            <pc:sldMk cId="3092951088" sldId="289"/>
            <ac:picMk id="19" creationId="{237D4232-08F5-7F03-CA3B-8B7D68149181}"/>
          </ac:picMkLst>
        </pc:picChg>
        <pc:cxnChg chg="mod">
          <ac:chgData name="Robert Carucci" userId="5be546eb-4763-4194-b93d-35346ec02cb5" providerId="ADAL" clId="{2CCAE65D-8267-4F86-8F0A-BA803A734201}" dt="2025-05-06T18:46:36.073" v="1077" actId="1037"/>
          <ac:cxnSpMkLst>
            <pc:docMk/>
            <pc:sldMk cId="3092951088" sldId="289"/>
            <ac:cxnSpMk id="6" creationId="{20CEA663-E11E-55DA-4135-A1DAA86377F3}"/>
          </ac:cxnSpMkLst>
        </pc:cxnChg>
        <pc:cxnChg chg="mod">
          <ac:chgData name="Robert Carucci" userId="5be546eb-4763-4194-b93d-35346ec02cb5" providerId="ADAL" clId="{2CCAE65D-8267-4F86-8F0A-BA803A734201}" dt="2025-05-06T17:58:42.513" v="670" actId="1035"/>
          <ac:cxnSpMkLst>
            <pc:docMk/>
            <pc:sldMk cId="3092951088" sldId="289"/>
            <ac:cxnSpMk id="8" creationId="{7B1FF38E-EC5C-8558-E436-563152656EB6}"/>
          </ac:cxnSpMkLst>
        </pc:cxnChg>
      </pc:sldChg>
      <pc:sldChg chg="addSp delSp modSp mod ord">
        <pc:chgData name="Robert Carucci" userId="5be546eb-4763-4194-b93d-35346ec02cb5" providerId="ADAL" clId="{2CCAE65D-8267-4F86-8F0A-BA803A734201}" dt="2025-05-06T18:50:21.351" v="1109" actId="1076"/>
        <pc:sldMkLst>
          <pc:docMk/>
          <pc:sldMk cId="2494822564" sldId="290"/>
        </pc:sldMkLst>
        <pc:spChg chg="mod">
          <ac:chgData name="Robert Carucci" userId="5be546eb-4763-4194-b93d-35346ec02cb5" providerId="ADAL" clId="{2CCAE65D-8267-4F86-8F0A-BA803A734201}" dt="2025-05-06T17:54:19.914" v="528" actId="14100"/>
          <ac:spMkLst>
            <pc:docMk/>
            <pc:sldMk cId="2494822564" sldId="290"/>
            <ac:spMk id="3" creationId="{5CB3EE9F-3DFE-115C-A301-71BFC59EB4A6}"/>
          </ac:spMkLst>
        </pc:spChg>
        <pc:spChg chg="mod">
          <ac:chgData name="Robert Carucci" userId="5be546eb-4763-4194-b93d-35346ec02cb5" providerId="ADAL" clId="{2CCAE65D-8267-4F86-8F0A-BA803A734201}" dt="2025-05-06T18:05:10.641" v="1003" actId="108"/>
          <ac:spMkLst>
            <pc:docMk/>
            <pc:sldMk cId="2494822564" sldId="290"/>
            <ac:spMk id="11" creationId="{E5755EC4-A96C-ACEA-F23F-A193E0A3056F}"/>
          </ac:spMkLst>
        </pc:spChg>
        <pc:picChg chg="mod">
          <ac:chgData name="Robert Carucci" userId="5be546eb-4763-4194-b93d-35346ec02cb5" providerId="ADAL" clId="{2CCAE65D-8267-4F86-8F0A-BA803A734201}" dt="2025-05-06T17:56:58.247" v="569" actId="1076"/>
          <ac:picMkLst>
            <pc:docMk/>
            <pc:sldMk cId="2494822564" sldId="290"/>
            <ac:picMk id="16" creationId="{49AE32CB-754D-5033-1352-3B899A22C0B7}"/>
          </ac:picMkLst>
        </pc:picChg>
        <pc:picChg chg="add mod">
          <ac:chgData name="Robert Carucci" userId="5be546eb-4763-4194-b93d-35346ec02cb5" providerId="ADAL" clId="{2CCAE65D-8267-4F86-8F0A-BA803A734201}" dt="2025-05-06T18:06:01.572" v="1018" actId="14100"/>
          <ac:picMkLst>
            <pc:docMk/>
            <pc:sldMk cId="2494822564" sldId="290"/>
            <ac:picMk id="17" creationId="{3F768091-E321-12E9-4AA8-60644146CA4D}"/>
          </ac:picMkLst>
        </pc:picChg>
        <pc:cxnChg chg="mod">
          <ac:chgData name="Robert Carucci" userId="5be546eb-4763-4194-b93d-35346ec02cb5" providerId="ADAL" clId="{2CCAE65D-8267-4F86-8F0A-BA803A734201}" dt="2025-05-06T17:57:16.282" v="595" actId="1035"/>
          <ac:cxnSpMkLst>
            <pc:docMk/>
            <pc:sldMk cId="2494822564" sldId="290"/>
            <ac:cxnSpMk id="6" creationId="{8FF82571-9D52-1DC6-F7F0-7540D01EE1F7}"/>
          </ac:cxnSpMkLst>
        </pc:cxnChg>
        <pc:cxnChg chg="mod">
          <ac:chgData name="Robert Carucci" userId="5be546eb-4763-4194-b93d-35346ec02cb5" providerId="ADAL" clId="{2CCAE65D-8267-4F86-8F0A-BA803A734201}" dt="2025-05-06T17:57:04.395" v="592" actId="1035"/>
          <ac:cxnSpMkLst>
            <pc:docMk/>
            <pc:sldMk cId="2494822564" sldId="290"/>
            <ac:cxnSpMk id="8" creationId="{A0BE1B77-A6DA-A5FB-91D3-2FD61BA43DAC}"/>
          </ac:cxnSpMkLst>
        </pc:cxnChg>
      </pc:sldChg>
    </pc:docChg>
  </pc:docChgLst>
  <pc:docChgLst>
    <pc:chgData name="Robert Carucci" userId="S::rcarucci@hackensackpd.org::5be546eb-4763-4194-b93d-35346ec02cb5" providerId="AD" clId="Web-{9463DFCC-8EEF-B94D-C96A-C1BB01A80279}"/>
    <pc:docChg chg="modSld">
      <pc:chgData name="Robert Carucci" userId="S::rcarucci@hackensackpd.org::5be546eb-4763-4194-b93d-35346ec02cb5" providerId="AD" clId="Web-{9463DFCC-8EEF-B94D-C96A-C1BB01A80279}" dt="2025-06-22T00:31:20.559" v="5"/>
      <pc:docMkLst>
        <pc:docMk/>
      </pc:docMkLst>
      <pc:sldChg chg="addSp delSp modSp">
        <pc:chgData name="Robert Carucci" userId="S::rcarucci@hackensackpd.org::5be546eb-4763-4194-b93d-35346ec02cb5" providerId="AD" clId="Web-{9463DFCC-8EEF-B94D-C96A-C1BB01A80279}" dt="2025-06-22T00:31:20.559" v="5"/>
        <pc:sldMkLst>
          <pc:docMk/>
          <pc:sldMk cId="2494822564" sldId="290"/>
        </pc:sldMkLst>
        <pc:spChg chg="add del mod">
          <ac:chgData name="Robert Carucci" userId="S::rcarucci@hackensackpd.org::5be546eb-4763-4194-b93d-35346ec02cb5" providerId="AD" clId="Web-{9463DFCC-8EEF-B94D-C96A-C1BB01A80279}" dt="2025-06-22T00:31:20.559" v="5"/>
          <ac:spMkLst>
            <pc:docMk/>
            <pc:sldMk cId="2494822564" sldId="290"/>
            <ac:spMk id="4" creationId="{3FA8FEA0-9B69-F9D2-E263-AF57A02B6073}"/>
          </ac:spMkLst>
        </pc:spChg>
        <pc:spChg chg="mod">
          <ac:chgData name="Robert Carucci" userId="S::rcarucci@hackensackpd.org::5be546eb-4763-4194-b93d-35346ec02cb5" providerId="AD" clId="Web-{9463DFCC-8EEF-B94D-C96A-C1BB01A80279}" dt="2025-06-22T00:29:29.410" v="2" actId="14100"/>
          <ac:spMkLst>
            <pc:docMk/>
            <pc:sldMk cId="2494822564" sldId="290"/>
            <ac:spMk id="21" creationId="{475FE58B-3314-BAFD-AF4D-F22E22BFC67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243" y="1242134"/>
            <a:ext cx="9092089" cy="2642388"/>
          </a:xfrm>
        </p:spPr>
        <p:txBody>
          <a:bodyPr anchor="b"/>
          <a:lstStyle>
            <a:lvl1pPr algn="ctr">
              <a:defRPr sz="6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7072" y="3986423"/>
            <a:ext cx="8022431" cy="1832453"/>
          </a:xfrm>
        </p:spPr>
        <p:txBody>
          <a:bodyPr/>
          <a:lstStyle>
            <a:lvl1pPr marL="0" indent="0" algn="ctr">
              <a:buNone/>
              <a:defRPr sz="2656"/>
            </a:lvl1pPr>
            <a:lvl2pPr marL="505983" indent="0" algn="ctr">
              <a:buNone/>
              <a:defRPr sz="2213"/>
            </a:lvl2pPr>
            <a:lvl3pPr marL="1011966" indent="0" algn="ctr">
              <a:buNone/>
              <a:defRPr sz="1992"/>
            </a:lvl3pPr>
            <a:lvl4pPr marL="1517950" indent="0" algn="ctr">
              <a:buNone/>
              <a:defRPr sz="1771"/>
            </a:lvl4pPr>
            <a:lvl5pPr marL="2023933" indent="0" algn="ctr">
              <a:buNone/>
              <a:defRPr sz="1771"/>
            </a:lvl5pPr>
            <a:lvl6pPr marL="2529916" indent="0" algn="ctr">
              <a:buNone/>
              <a:defRPr sz="1771"/>
            </a:lvl6pPr>
            <a:lvl7pPr marL="3035899" indent="0" algn="ctr">
              <a:buNone/>
              <a:defRPr sz="1771"/>
            </a:lvl7pPr>
            <a:lvl8pPr marL="3541883" indent="0" algn="ctr">
              <a:buNone/>
              <a:defRPr sz="1771"/>
            </a:lvl8pPr>
            <a:lvl9pPr marL="4047866" indent="0" algn="ctr">
              <a:buNone/>
              <a:defRPr sz="177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65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820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819" y="1892191"/>
            <a:ext cx="9225796" cy="3157161"/>
          </a:xfrm>
        </p:spPr>
        <p:txBody>
          <a:bodyPr anchor="b"/>
          <a:lstStyle>
            <a:lvl1pPr>
              <a:defRPr sz="6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819" y="5079220"/>
            <a:ext cx="9225796" cy="1660277"/>
          </a:xfrm>
        </p:spPr>
        <p:txBody>
          <a:bodyPr/>
          <a:lstStyle>
            <a:lvl1pPr marL="0" indent="0">
              <a:buNone/>
              <a:defRPr sz="2656">
                <a:solidFill>
                  <a:schemeClr val="tx1">
                    <a:tint val="82000"/>
                  </a:schemeClr>
                </a:solidFill>
              </a:defRPr>
            </a:lvl1pPr>
            <a:lvl2pPr marL="505983" indent="0">
              <a:buNone/>
              <a:defRPr sz="2213">
                <a:solidFill>
                  <a:schemeClr val="tx1">
                    <a:tint val="82000"/>
                  </a:schemeClr>
                </a:solidFill>
              </a:defRPr>
            </a:lvl2pPr>
            <a:lvl3pPr marL="1011966" indent="0">
              <a:buNone/>
              <a:defRPr sz="1992">
                <a:solidFill>
                  <a:schemeClr val="tx1">
                    <a:tint val="82000"/>
                  </a:schemeClr>
                </a:solidFill>
              </a:defRPr>
            </a:lvl3pPr>
            <a:lvl4pPr marL="1517950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4pPr>
            <a:lvl5pPr marL="2023933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5pPr>
            <a:lvl6pPr marL="2529916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6pPr>
            <a:lvl7pPr marL="3035899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7pPr>
            <a:lvl8pPr marL="3541883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8pPr>
            <a:lvl9pPr marL="4047866" indent="0">
              <a:buNone/>
              <a:defRPr sz="177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58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390" y="2020443"/>
            <a:ext cx="4546044" cy="4815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5141" y="2020443"/>
            <a:ext cx="4546044" cy="4815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46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404090"/>
            <a:ext cx="9225796" cy="14670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784" y="1860565"/>
            <a:ext cx="4525152" cy="911834"/>
          </a:xfrm>
        </p:spPr>
        <p:txBody>
          <a:bodyPr anchor="b"/>
          <a:lstStyle>
            <a:lvl1pPr marL="0" indent="0">
              <a:buNone/>
              <a:defRPr sz="2656" b="1"/>
            </a:lvl1pPr>
            <a:lvl2pPr marL="505983" indent="0">
              <a:buNone/>
              <a:defRPr sz="2213" b="1"/>
            </a:lvl2pPr>
            <a:lvl3pPr marL="1011966" indent="0">
              <a:buNone/>
              <a:defRPr sz="1992" b="1"/>
            </a:lvl3pPr>
            <a:lvl4pPr marL="1517950" indent="0">
              <a:buNone/>
              <a:defRPr sz="1771" b="1"/>
            </a:lvl4pPr>
            <a:lvl5pPr marL="2023933" indent="0">
              <a:buNone/>
              <a:defRPr sz="1771" b="1"/>
            </a:lvl5pPr>
            <a:lvl6pPr marL="2529916" indent="0">
              <a:buNone/>
              <a:defRPr sz="1771" b="1"/>
            </a:lvl6pPr>
            <a:lvl7pPr marL="3035899" indent="0">
              <a:buNone/>
              <a:defRPr sz="1771" b="1"/>
            </a:lvl7pPr>
            <a:lvl8pPr marL="3541883" indent="0">
              <a:buNone/>
              <a:defRPr sz="1771" b="1"/>
            </a:lvl8pPr>
            <a:lvl9pPr marL="4047866" indent="0">
              <a:buNone/>
              <a:defRPr sz="17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784" y="2772399"/>
            <a:ext cx="4525152" cy="4077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5141" y="1860565"/>
            <a:ext cx="4547438" cy="911834"/>
          </a:xfrm>
        </p:spPr>
        <p:txBody>
          <a:bodyPr anchor="b"/>
          <a:lstStyle>
            <a:lvl1pPr marL="0" indent="0">
              <a:buNone/>
              <a:defRPr sz="2656" b="1"/>
            </a:lvl1pPr>
            <a:lvl2pPr marL="505983" indent="0">
              <a:buNone/>
              <a:defRPr sz="2213" b="1"/>
            </a:lvl2pPr>
            <a:lvl3pPr marL="1011966" indent="0">
              <a:buNone/>
              <a:defRPr sz="1992" b="1"/>
            </a:lvl3pPr>
            <a:lvl4pPr marL="1517950" indent="0">
              <a:buNone/>
              <a:defRPr sz="1771" b="1"/>
            </a:lvl4pPr>
            <a:lvl5pPr marL="2023933" indent="0">
              <a:buNone/>
              <a:defRPr sz="1771" b="1"/>
            </a:lvl5pPr>
            <a:lvl6pPr marL="2529916" indent="0">
              <a:buNone/>
              <a:defRPr sz="1771" b="1"/>
            </a:lvl6pPr>
            <a:lvl7pPr marL="3035899" indent="0">
              <a:buNone/>
              <a:defRPr sz="1771" b="1"/>
            </a:lvl7pPr>
            <a:lvl8pPr marL="3541883" indent="0">
              <a:buNone/>
              <a:defRPr sz="1771" b="1"/>
            </a:lvl8pPr>
            <a:lvl9pPr marL="4047866" indent="0">
              <a:buNone/>
              <a:defRPr sz="177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5141" y="2772399"/>
            <a:ext cx="4547438" cy="4077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312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81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5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505989"/>
            <a:ext cx="3449924" cy="1770962"/>
          </a:xfrm>
        </p:spPr>
        <p:txBody>
          <a:bodyPr anchor="b"/>
          <a:lstStyle>
            <a:lvl1pPr>
              <a:defRPr sz="35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7438" y="1092798"/>
            <a:ext cx="5415141" cy="5393704"/>
          </a:xfrm>
        </p:spPr>
        <p:txBody>
          <a:bodyPr/>
          <a:lstStyle>
            <a:lvl1pPr>
              <a:defRPr sz="3541"/>
            </a:lvl1pPr>
            <a:lvl2pPr>
              <a:defRPr sz="3099"/>
            </a:lvl2pPr>
            <a:lvl3pPr>
              <a:defRPr sz="2656"/>
            </a:lvl3pPr>
            <a:lvl4pPr>
              <a:defRPr sz="2213"/>
            </a:lvl4pPr>
            <a:lvl5pPr>
              <a:defRPr sz="2213"/>
            </a:lvl5pPr>
            <a:lvl6pPr>
              <a:defRPr sz="2213"/>
            </a:lvl6pPr>
            <a:lvl7pPr>
              <a:defRPr sz="2213"/>
            </a:lvl7pPr>
            <a:lvl8pPr>
              <a:defRPr sz="2213"/>
            </a:lvl8pPr>
            <a:lvl9pPr>
              <a:defRPr sz="22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783" y="2276951"/>
            <a:ext cx="3449924" cy="4218334"/>
          </a:xfrm>
        </p:spPr>
        <p:txBody>
          <a:bodyPr/>
          <a:lstStyle>
            <a:lvl1pPr marL="0" indent="0">
              <a:buNone/>
              <a:defRPr sz="1771"/>
            </a:lvl1pPr>
            <a:lvl2pPr marL="505983" indent="0">
              <a:buNone/>
              <a:defRPr sz="1549"/>
            </a:lvl2pPr>
            <a:lvl3pPr marL="1011966" indent="0">
              <a:buNone/>
              <a:defRPr sz="1328"/>
            </a:lvl3pPr>
            <a:lvl4pPr marL="1517950" indent="0">
              <a:buNone/>
              <a:defRPr sz="1107"/>
            </a:lvl4pPr>
            <a:lvl5pPr marL="2023933" indent="0">
              <a:buNone/>
              <a:defRPr sz="1107"/>
            </a:lvl5pPr>
            <a:lvl6pPr marL="2529916" indent="0">
              <a:buNone/>
              <a:defRPr sz="1107"/>
            </a:lvl6pPr>
            <a:lvl7pPr marL="3035899" indent="0">
              <a:buNone/>
              <a:defRPr sz="1107"/>
            </a:lvl7pPr>
            <a:lvl8pPr marL="3541883" indent="0">
              <a:buNone/>
              <a:defRPr sz="1107"/>
            </a:lvl8pPr>
            <a:lvl9pPr marL="4047866" indent="0">
              <a:buNone/>
              <a:defRPr sz="11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42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783" y="505989"/>
            <a:ext cx="3449924" cy="1770962"/>
          </a:xfrm>
        </p:spPr>
        <p:txBody>
          <a:bodyPr anchor="b"/>
          <a:lstStyle>
            <a:lvl1pPr>
              <a:defRPr sz="354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7438" y="1092798"/>
            <a:ext cx="5415141" cy="5393704"/>
          </a:xfrm>
        </p:spPr>
        <p:txBody>
          <a:bodyPr anchor="t"/>
          <a:lstStyle>
            <a:lvl1pPr marL="0" indent="0">
              <a:buNone/>
              <a:defRPr sz="3541"/>
            </a:lvl1pPr>
            <a:lvl2pPr marL="505983" indent="0">
              <a:buNone/>
              <a:defRPr sz="3099"/>
            </a:lvl2pPr>
            <a:lvl3pPr marL="1011966" indent="0">
              <a:buNone/>
              <a:defRPr sz="2656"/>
            </a:lvl3pPr>
            <a:lvl4pPr marL="1517950" indent="0">
              <a:buNone/>
              <a:defRPr sz="2213"/>
            </a:lvl4pPr>
            <a:lvl5pPr marL="2023933" indent="0">
              <a:buNone/>
              <a:defRPr sz="2213"/>
            </a:lvl5pPr>
            <a:lvl6pPr marL="2529916" indent="0">
              <a:buNone/>
              <a:defRPr sz="2213"/>
            </a:lvl6pPr>
            <a:lvl7pPr marL="3035899" indent="0">
              <a:buNone/>
              <a:defRPr sz="2213"/>
            </a:lvl7pPr>
            <a:lvl8pPr marL="3541883" indent="0">
              <a:buNone/>
              <a:defRPr sz="2213"/>
            </a:lvl8pPr>
            <a:lvl9pPr marL="4047866" indent="0">
              <a:buNone/>
              <a:defRPr sz="221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783" y="2276951"/>
            <a:ext cx="3449924" cy="4218334"/>
          </a:xfrm>
        </p:spPr>
        <p:txBody>
          <a:bodyPr/>
          <a:lstStyle>
            <a:lvl1pPr marL="0" indent="0">
              <a:buNone/>
              <a:defRPr sz="1771"/>
            </a:lvl1pPr>
            <a:lvl2pPr marL="505983" indent="0">
              <a:buNone/>
              <a:defRPr sz="1549"/>
            </a:lvl2pPr>
            <a:lvl3pPr marL="1011966" indent="0">
              <a:buNone/>
              <a:defRPr sz="1328"/>
            </a:lvl3pPr>
            <a:lvl4pPr marL="1517950" indent="0">
              <a:buNone/>
              <a:defRPr sz="1107"/>
            </a:lvl4pPr>
            <a:lvl5pPr marL="2023933" indent="0">
              <a:buNone/>
              <a:defRPr sz="1107"/>
            </a:lvl5pPr>
            <a:lvl6pPr marL="2529916" indent="0">
              <a:buNone/>
              <a:defRPr sz="1107"/>
            </a:lvl6pPr>
            <a:lvl7pPr marL="3035899" indent="0">
              <a:buNone/>
              <a:defRPr sz="1107"/>
            </a:lvl7pPr>
            <a:lvl8pPr marL="3541883" indent="0">
              <a:buNone/>
              <a:defRPr sz="1107"/>
            </a:lvl8pPr>
            <a:lvl9pPr marL="4047866" indent="0">
              <a:buNone/>
              <a:defRPr sz="11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1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122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4737" y="404089"/>
            <a:ext cx="2306449" cy="64320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390" y="404089"/>
            <a:ext cx="6785640" cy="64320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A3C1-395D-48C2-A2EA-C25AE930188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774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390" y="404090"/>
            <a:ext cx="9225796" cy="14670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390" y="2020443"/>
            <a:ext cx="9225796" cy="48156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390" y="7034657"/>
            <a:ext cx="2406729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F2A3C1-395D-48C2-A2EA-C25AE9301880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3241" y="7034657"/>
            <a:ext cx="3610094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4456" y="7034657"/>
            <a:ext cx="2406729" cy="4040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354C0-EBD0-4001-BDE7-C5A528EB38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6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11966" rtl="0" eaLnBrk="1" latinLnBrk="0" hangingPunct="1">
        <a:lnSpc>
          <a:spcPct val="90000"/>
        </a:lnSpc>
        <a:spcBef>
          <a:spcPct val="0"/>
        </a:spcBef>
        <a:buNone/>
        <a:defRPr sz="486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992" indent="-252992" algn="l" defTabSz="1011966" rtl="0" eaLnBrk="1" latinLnBrk="0" hangingPunct="1">
        <a:lnSpc>
          <a:spcPct val="90000"/>
        </a:lnSpc>
        <a:spcBef>
          <a:spcPts val="1107"/>
        </a:spcBef>
        <a:buFont typeface="Arial" panose="020B0604020202020204" pitchFamily="34" charset="0"/>
        <a:buChar char="•"/>
        <a:defRPr sz="3099" kern="1200">
          <a:solidFill>
            <a:schemeClr val="tx1"/>
          </a:solidFill>
          <a:latin typeface="+mn-lt"/>
          <a:ea typeface="+mn-ea"/>
          <a:cs typeface="+mn-cs"/>
        </a:defRPr>
      </a:lvl1pPr>
      <a:lvl2pPr marL="758975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2656" kern="1200">
          <a:solidFill>
            <a:schemeClr val="tx1"/>
          </a:solidFill>
          <a:latin typeface="+mn-lt"/>
          <a:ea typeface="+mn-ea"/>
          <a:cs typeface="+mn-cs"/>
        </a:defRPr>
      </a:lvl2pPr>
      <a:lvl3pPr marL="126495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2213" kern="1200">
          <a:solidFill>
            <a:schemeClr val="tx1"/>
          </a:solidFill>
          <a:latin typeface="+mn-lt"/>
          <a:ea typeface="+mn-ea"/>
          <a:cs typeface="+mn-cs"/>
        </a:defRPr>
      </a:lvl3pPr>
      <a:lvl4pPr marL="1770941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4pPr>
      <a:lvl5pPr marL="2276925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5pPr>
      <a:lvl6pPr marL="278290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6pPr>
      <a:lvl7pPr marL="3288891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7pPr>
      <a:lvl8pPr marL="3794874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8pPr>
      <a:lvl9pPr marL="4300858" indent="-252992" algn="l" defTabSz="1011966" rtl="0" eaLnBrk="1" latinLnBrk="0" hangingPunct="1">
        <a:lnSpc>
          <a:spcPct val="90000"/>
        </a:lnSpc>
        <a:spcBef>
          <a:spcPts val="553"/>
        </a:spcBef>
        <a:buFont typeface="Arial" panose="020B0604020202020204" pitchFamily="34" charset="0"/>
        <a:buChar char="•"/>
        <a:defRPr sz="1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1pPr>
      <a:lvl2pPr marL="50598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2pPr>
      <a:lvl3pPr marL="101196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3pPr>
      <a:lvl4pPr marL="1517950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4pPr>
      <a:lvl5pPr marL="202393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5pPr>
      <a:lvl6pPr marL="252991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6pPr>
      <a:lvl7pPr marL="3035899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7pPr>
      <a:lvl8pPr marL="3541883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8pPr>
      <a:lvl9pPr marL="4047866" algn="l" defTabSz="1011966" rtl="0" eaLnBrk="1" latinLnBrk="0" hangingPunct="1">
        <a:defRPr sz="1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8BB04-F248-4FAB-FA0C-98EB13050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8B13CCC-7996-AEE2-018C-9324732FBF0E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77E357E-7DFC-1F55-7676-6731770AFC0C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7B4911E-DF42-F300-6AB3-E5784AE55F2E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678E3416-C686-FDF0-8A3E-CD856CD99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CF1E475-552D-A49B-CD52-9D05258B07D1}"/>
              </a:ext>
            </a:extLst>
          </p:cNvPr>
          <p:cNvCxnSpPr>
            <a:cxnSpLocks/>
          </p:cNvCxnSpPr>
          <p:nvPr/>
        </p:nvCxnSpPr>
        <p:spPr>
          <a:xfrm flipH="1" flipV="1">
            <a:off x="2883980" y="974096"/>
            <a:ext cx="38127" cy="25245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09F8DE2-A8D5-629F-28CC-BD9F02AA4D95}"/>
              </a:ext>
            </a:extLst>
          </p:cNvPr>
          <p:cNvCxnSpPr>
            <a:cxnSpLocks/>
          </p:cNvCxnSpPr>
          <p:nvPr/>
        </p:nvCxnSpPr>
        <p:spPr>
          <a:xfrm flipH="1">
            <a:off x="326571" y="3491641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2E4D2F0-48AC-1E78-A65A-1C25D0D7E5D5}"/>
              </a:ext>
            </a:extLst>
          </p:cNvPr>
          <p:cNvSpPr txBox="1"/>
          <p:nvPr/>
        </p:nvSpPr>
        <p:spPr>
          <a:xfrm>
            <a:off x="2922107" y="1051738"/>
            <a:ext cx="7455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 u="sng" dirty="0">
                <a:latin typeface="Aptos ExtraBold" panose="020B0004020202020204" pitchFamily="34" charset="0"/>
              </a:rPr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413AF-7BDC-95C3-D7E3-FFEA18782840}"/>
              </a:ext>
            </a:extLst>
          </p:cNvPr>
          <p:cNvSpPr txBox="1"/>
          <p:nvPr/>
        </p:nvSpPr>
        <p:spPr>
          <a:xfrm>
            <a:off x="217714" y="974096"/>
            <a:ext cx="26082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Motor Vehicle Theft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774AC32-66C6-2C48-3131-50BB39038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074" y="4186285"/>
            <a:ext cx="5409791" cy="320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383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614F3-4676-70F6-49CD-AB44ADB16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3DCE0CE-50FD-F67A-AB1B-2EB072206E35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AFCFB2C-8C40-1A13-39E4-40D3F2797BB3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C24B148-327A-F734-5047-BDCCF9DFDC41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62897858-D654-17A8-5A50-94E426C2E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E260A50-7860-AC5B-F3C9-EA300A045CD9}"/>
              </a:ext>
            </a:extLst>
          </p:cNvPr>
          <p:cNvCxnSpPr>
            <a:cxnSpLocks/>
          </p:cNvCxnSpPr>
          <p:nvPr/>
        </p:nvCxnSpPr>
        <p:spPr>
          <a:xfrm>
            <a:off x="3073765" y="919925"/>
            <a:ext cx="39343" cy="26050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B0AF47-4BE3-53C2-FFDE-A8D3DD0820FF}"/>
              </a:ext>
            </a:extLst>
          </p:cNvPr>
          <p:cNvCxnSpPr>
            <a:cxnSpLocks/>
          </p:cNvCxnSpPr>
          <p:nvPr/>
        </p:nvCxnSpPr>
        <p:spPr>
          <a:xfrm flipH="1">
            <a:off x="326571" y="3523448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C18280-889F-F719-F309-76204AA327DD}"/>
              </a:ext>
            </a:extLst>
          </p:cNvPr>
          <p:cNvSpPr txBox="1"/>
          <p:nvPr/>
        </p:nvSpPr>
        <p:spPr>
          <a:xfrm>
            <a:off x="3113108" y="896970"/>
            <a:ext cx="74807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en-US" sz="2000" b="1" dirty="0"/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A70DD7-F6C8-3576-23A6-EAB31FB526E5}"/>
              </a:ext>
            </a:extLst>
          </p:cNvPr>
          <p:cNvSpPr txBox="1"/>
          <p:nvPr/>
        </p:nvSpPr>
        <p:spPr>
          <a:xfrm>
            <a:off x="257057" y="896970"/>
            <a:ext cx="28841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Burglary - Auto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F06B96-A1E5-54E0-A41E-19E0FE694E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4085454"/>
            <a:ext cx="5287495" cy="34837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9625543-E1CE-B023-7FD1-082A61DC6430}"/>
              </a:ext>
            </a:extLst>
          </p:cNvPr>
          <p:cNvSpPr txBox="1"/>
          <p:nvPr/>
        </p:nvSpPr>
        <p:spPr>
          <a:xfrm>
            <a:off x="5517136" y="4387583"/>
            <a:ext cx="4602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Weekly Incident Report</a:t>
            </a:r>
          </a:p>
          <a:p>
            <a:r>
              <a:rPr lang="en-US" dirty="0"/>
              <a:t>0 incidents recorded (7-day period)</a:t>
            </a:r>
          </a:p>
        </p:txBody>
      </p:sp>
    </p:spTree>
    <p:extLst>
      <p:ext uri="{BB962C8B-B14F-4D97-AF65-F5344CB8AC3E}">
        <p14:creationId xmlns:p14="http://schemas.microsoft.com/office/powerpoint/2010/main" val="3242726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364EE-2FC0-6A19-E9A9-AC8551F08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CDB7A49-3C25-838B-9107-11D082B65D92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A6B7F3-2145-C6B3-DF80-3E076D6BB1EB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F6501FC-7592-F9E5-9F6D-E6F2D4D26110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73C10D28-A047-267D-7384-D247A89B91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F82571-9D52-1DC6-F7F0-7540D01EE1F7}"/>
              </a:ext>
            </a:extLst>
          </p:cNvPr>
          <p:cNvCxnSpPr>
            <a:cxnSpLocks/>
          </p:cNvCxnSpPr>
          <p:nvPr/>
        </p:nvCxnSpPr>
        <p:spPr>
          <a:xfrm>
            <a:off x="2920219" y="949306"/>
            <a:ext cx="38517" cy="25503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BE1B77-A6DA-A5FB-91D3-2FD61BA43DAC}"/>
              </a:ext>
            </a:extLst>
          </p:cNvPr>
          <p:cNvCxnSpPr>
            <a:cxnSpLocks/>
          </p:cNvCxnSpPr>
          <p:nvPr/>
        </p:nvCxnSpPr>
        <p:spPr>
          <a:xfrm flipH="1">
            <a:off x="326571" y="3492716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5755EC4-A96C-ACEA-F23F-A193E0A3056F}"/>
              </a:ext>
            </a:extLst>
          </p:cNvPr>
          <p:cNvSpPr txBox="1"/>
          <p:nvPr/>
        </p:nvSpPr>
        <p:spPr>
          <a:xfrm>
            <a:off x="2958736" y="964054"/>
            <a:ext cx="7443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en-US" sz="2000" b="1" dirty="0"/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B3EE9F-3DFE-115C-A301-71BFC59EB4A6}"/>
              </a:ext>
            </a:extLst>
          </p:cNvPr>
          <p:cNvSpPr txBox="1"/>
          <p:nvPr/>
        </p:nvSpPr>
        <p:spPr>
          <a:xfrm>
            <a:off x="96658" y="966581"/>
            <a:ext cx="2937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Residential and Commercial Burglaries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9AE32CB-754D-5033-1352-3B899A22C0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26082" y="3514401"/>
            <a:ext cx="5247840" cy="40555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F768091-E321-12E9-4AA8-60644146CA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087" y="4091355"/>
            <a:ext cx="5248655" cy="345817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75FE58B-3314-BAFD-AF4D-F22E22BFC67D}"/>
              </a:ext>
            </a:extLst>
          </p:cNvPr>
          <p:cNvSpPr txBox="1"/>
          <p:nvPr/>
        </p:nvSpPr>
        <p:spPr>
          <a:xfrm>
            <a:off x="3035046" y="1365671"/>
            <a:ext cx="7379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Access to the apartment is controlled by a key fob. The victim discovered the front door ajar and reported that a pair of blue suit pants and his Social Security card were missing. The total value of the stolen items is $1,200.</a:t>
            </a:r>
          </a:p>
        </p:txBody>
      </p:sp>
    </p:spTree>
    <p:extLst>
      <p:ext uri="{BB962C8B-B14F-4D97-AF65-F5344CB8AC3E}">
        <p14:creationId xmlns:p14="http://schemas.microsoft.com/office/powerpoint/2010/main" val="2494822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FD5B7-8BB2-2C08-1080-0D8F3412D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35F5F85-C538-D984-3D10-CF520A9B4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4949" y="3534243"/>
            <a:ext cx="5247840" cy="405559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29D7B2A-8490-3792-53DD-E3807BBC4932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62B80E8-BD0C-47E7-6A7B-8629450091C7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65EC36B-9308-E31C-D891-60103F672B2B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4154491B-4DF9-DE5E-3B4C-C34DAB8A8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CEA663-E11E-55DA-4135-A1DAA86377F3}"/>
              </a:ext>
            </a:extLst>
          </p:cNvPr>
          <p:cNvCxnSpPr>
            <a:cxnSpLocks/>
          </p:cNvCxnSpPr>
          <p:nvPr/>
        </p:nvCxnSpPr>
        <p:spPr>
          <a:xfrm>
            <a:off x="2425694" y="1098712"/>
            <a:ext cx="43954" cy="24555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9076C33-779E-E933-3967-6500DFE0B658}"/>
              </a:ext>
            </a:extLst>
          </p:cNvPr>
          <p:cNvSpPr txBox="1"/>
          <p:nvPr/>
        </p:nvSpPr>
        <p:spPr>
          <a:xfrm>
            <a:off x="2469648" y="933580"/>
            <a:ext cx="8002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en-US" sz="2000" b="1" dirty="0"/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3EE03D-98B1-2618-B649-C491D80E2678}"/>
              </a:ext>
            </a:extLst>
          </p:cNvPr>
          <p:cNvSpPr txBox="1"/>
          <p:nvPr/>
        </p:nvSpPr>
        <p:spPr>
          <a:xfrm>
            <a:off x="326571" y="933580"/>
            <a:ext cx="2011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Robbery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1FF38E-EC5C-8558-E436-563152656EB6}"/>
              </a:ext>
            </a:extLst>
          </p:cNvPr>
          <p:cNvCxnSpPr>
            <a:cxnSpLocks/>
          </p:cNvCxnSpPr>
          <p:nvPr/>
        </p:nvCxnSpPr>
        <p:spPr>
          <a:xfrm flipH="1">
            <a:off x="326571" y="3583628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237D4232-08F5-7F03-CA3B-8B7D681491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377" y="4112692"/>
            <a:ext cx="5248656" cy="345817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288BEE4-55BD-90D4-E0F9-890A59257E19}"/>
              </a:ext>
            </a:extLst>
          </p:cNvPr>
          <p:cNvSpPr txBox="1"/>
          <p:nvPr/>
        </p:nvSpPr>
        <p:spPr>
          <a:xfrm>
            <a:off x="2617839" y="1238865"/>
            <a:ext cx="776026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Robbery Incident Summary – 505 S. River Street</a:t>
            </a:r>
          </a:p>
          <a:p>
            <a:r>
              <a:rPr lang="en-US" sz="1200" b="1" dirty="0"/>
              <a:t>Date/Time</a:t>
            </a:r>
            <a:r>
              <a:rPr lang="en-US" sz="1200" dirty="0"/>
              <a:t>: 05/26/25, approximately 23:27 hours</a:t>
            </a:r>
          </a:p>
          <a:p>
            <a:r>
              <a:rPr lang="en-US" sz="1200" b="1" dirty="0"/>
              <a:t>Location</a:t>
            </a:r>
            <a:r>
              <a:rPr lang="en-US" sz="1200" dirty="0"/>
              <a:t>: 505 S. River Street &amp; E. Moonachie Road</a:t>
            </a:r>
          </a:p>
          <a:p>
            <a:r>
              <a:rPr lang="en-US" sz="1200" b="1" dirty="0"/>
              <a:t>Suspect Vehicles</a:t>
            </a:r>
            <a:r>
              <a:rPr lang="en-US" sz="1200" dirty="0"/>
              <a:t>: White BMW sedan, Green BMW sedan, Blue Honda/Toyota (unknown plates)</a:t>
            </a:r>
          </a:p>
          <a:p>
            <a:r>
              <a:rPr lang="en-US" sz="1200" dirty="0"/>
              <a:t>Incident:</a:t>
            </a:r>
          </a:p>
          <a:p>
            <a:r>
              <a:rPr lang="en-US" sz="1200" b="1" dirty="0"/>
              <a:t>Victim</a:t>
            </a:r>
            <a:r>
              <a:rPr lang="en-US" sz="1200" dirty="0"/>
              <a:t> John </a:t>
            </a:r>
            <a:r>
              <a:rPr lang="en-US" sz="1200" dirty="0" err="1"/>
              <a:t>Rannella</a:t>
            </a:r>
            <a:r>
              <a:rPr lang="en-US" sz="1200" dirty="0"/>
              <a:t> approached three vehicles blocking parking spaces and asked them to move.</a:t>
            </a:r>
          </a:p>
          <a:p>
            <a:r>
              <a:rPr lang="en-US" sz="1200" dirty="0"/>
              <a:t>Shortly after, suspects exited their vehicles at the intersection and assaulted </a:t>
            </a:r>
            <a:r>
              <a:rPr lang="en-US" sz="1200" dirty="0" err="1"/>
              <a:t>Rannella</a:t>
            </a:r>
            <a:r>
              <a:rPr lang="en-US" sz="1200" dirty="0"/>
              <a:t>, striking him with punches and a water bottle, causing facial lacerations.</a:t>
            </a:r>
          </a:p>
          <a:p>
            <a:r>
              <a:rPr lang="en-US" sz="1200" b="1" dirty="0"/>
              <a:t>Victim</a:t>
            </a:r>
            <a:r>
              <a:rPr lang="en-US" sz="1200" dirty="0"/>
              <a:t> William Burke intervened and was also assaulted. During the altercation, Burke’s phone was stolen by the suspects before they fled the scene.</a:t>
            </a:r>
          </a:p>
          <a:p>
            <a:r>
              <a:rPr lang="en-US" sz="1200" b="1" i="1" dirty="0"/>
              <a:t>Surveillance video available for review</a:t>
            </a:r>
            <a:r>
              <a:rPr lang="en-US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2951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61A2E-B6E0-2E08-A8A1-F3BD4B5C7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D963094-3E7C-0149-5B21-6D3D998A0709}"/>
              </a:ext>
            </a:extLst>
          </p:cNvPr>
          <p:cNvGrpSpPr/>
          <p:nvPr/>
        </p:nvGrpSpPr>
        <p:grpSpPr>
          <a:xfrm>
            <a:off x="217714" y="145501"/>
            <a:ext cx="10421257" cy="719195"/>
            <a:chOff x="73958" y="958892"/>
            <a:chExt cx="9070041" cy="27699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26E1D0-2DD7-B7AE-4B23-2A7DF8AC0325}"/>
                </a:ext>
              </a:extLst>
            </p:cNvPr>
            <p:cNvSpPr txBox="1"/>
            <p:nvPr/>
          </p:nvSpPr>
          <p:spPr>
            <a:xfrm>
              <a:off x="73958" y="958892"/>
              <a:ext cx="9070041" cy="276999"/>
            </a:xfrm>
            <a:prstGeom prst="rect">
              <a:avLst/>
            </a:prstGeom>
            <a:gradFill>
              <a:gsLst>
                <a:gs pos="96000">
                  <a:srgbClr val="0C233D"/>
                </a:gs>
                <a:gs pos="69500">
                  <a:srgbClr val="455666"/>
                </a:gs>
                <a:gs pos="35000">
                  <a:srgbClr val="7D888F"/>
                </a:gs>
                <a:gs pos="8000">
                  <a:srgbClr val="DBDEE0"/>
                </a:gs>
              </a:gsLst>
              <a:lin ang="10800000" scaled="0"/>
            </a:gradFill>
            <a:effectLst>
              <a:outerShdw blurRad="38100" dist="50800" dir="5400000" algn="ctr" rotWithShape="0">
                <a:schemeClr val="tx1">
                  <a:lumMod val="50000"/>
                  <a:lumOff val="50000"/>
                </a:scheme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342831">
                <a:defRPr/>
              </a:pPr>
              <a:endParaRPr lang="en-US" sz="1200" b="1" kern="0">
                <a:ln>
                  <a:solidFill>
                    <a:srgbClr val="4472C4">
                      <a:lumMod val="75000"/>
                    </a:srgbClr>
                  </a:solidFill>
                </a:ln>
                <a:solidFill>
                  <a:srgbClr val="FFC000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EA68C91-F7C1-9115-DC5F-D681C1DB668B}"/>
                </a:ext>
              </a:extLst>
            </p:cNvPr>
            <p:cNvSpPr txBox="1"/>
            <p:nvPr/>
          </p:nvSpPr>
          <p:spPr>
            <a:xfrm>
              <a:off x="73959" y="998133"/>
              <a:ext cx="3207404" cy="192623"/>
            </a:xfrm>
            <a:prstGeom prst="rect">
              <a:avLst/>
            </a:prstGeom>
            <a:noFill/>
          </p:spPr>
          <p:txBody>
            <a:bodyPr wrap="square" lIns="68566" tIns="34283" rIns="68566" bIns="34283" rtlCol="0" anchor="t">
              <a:spAutoFit/>
            </a:bodyPr>
            <a:lstStyle>
              <a:defPPr>
                <a:defRPr lang="en-US"/>
              </a:defPPr>
              <a:lvl1pPr marL="0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2488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4976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7464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9953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12441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34929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7417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9905" algn="l" defTabSz="522488" rtl="0" eaLnBrk="1" latinLnBrk="0" hangingPunct="1">
                <a:defRPr sz="2057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Strategic Crime Reduction Analysis</a:t>
              </a:r>
            </a:p>
            <a:p>
              <a:r>
                <a:rPr lang="en-US" sz="1400" i="1" dirty="0">
                  <a:ln w="3175">
                    <a:solidFill>
                      <a:srgbClr val="FFB200"/>
                    </a:solidFill>
                  </a:ln>
                  <a:solidFill>
                    <a:schemeClr val="bg1"/>
                  </a:solidFill>
                  <a:latin typeface="+mj-lt"/>
                </a:rPr>
                <a:t>Prepared by PO R. Carucci</a:t>
              </a:r>
            </a:p>
          </p:txBody>
        </p:sp>
      </p:grpSp>
      <p:pic>
        <p:nvPicPr>
          <p:cNvPr id="20" name="Picture 19" descr="A blue and yellow badge with a person in a hat&#10;&#10;Description automatically generated">
            <a:extLst>
              <a:ext uri="{FF2B5EF4-FFF2-40B4-BE49-F238E27FC236}">
                <a16:creationId xmlns:a16="http://schemas.microsoft.com/office/drawing/2014/main" id="{6307665D-8A8B-354B-3B9A-BCC810827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56371" y="185124"/>
            <a:ext cx="521734" cy="63994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746E7B-9A1A-0787-60D4-C3FC6DA9EBC0}"/>
              </a:ext>
            </a:extLst>
          </p:cNvPr>
          <p:cNvCxnSpPr>
            <a:cxnSpLocks/>
          </p:cNvCxnSpPr>
          <p:nvPr/>
        </p:nvCxnSpPr>
        <p:spPr>
          <a:xfrm>
            <a:off x="2597961" y="1130300"/>
            <a:ext cx="0" cy="2356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46A8A9-50AF-805C-785A-772E8194677A}"/>
              </a:ext>
            </a:extLst>
          </p:cNvPr>
          <p:cNvCxnSpPr>
            <a:cxnSpLocks/>
          </p:cNvCxnSpPr>
          <p:nvPr/>
        </p:nvCxnSpPr>
        <p:spPr>
          <a:xfrm flipH="1">
            <a:off x="326571" y="3487088"/>
            <a:ext cx="100003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5DFEEA4-8196-664A-FF30-814A8A0A4171}"/>
              </a:ext>
            </a:extLst>
          </p:cNvPr>
          <p:cNvSpPr txBox="1"/>
          <p:nvPr/>
        </p:nvSpPr>
        <p:spPr>
          <a:xfrm>
            <a:off x="2597961" y="1007583"/>
            <a:ext cx="77801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2488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4976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7464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9953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12441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929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417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9905" algn="l" defTabSz="522488" rtl="0" eaLnBrk="1" latinLnBrk="0" hangingPunct="1">
              <a:defRPr sz="205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/>
            <a:r>
              <a:rPr lang="en-US" sz="2000" b="1" dirty="0"/>
              <a:t>Pattern Offenders/Suspects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B63965-D5CA-2549-2701-0EC597466C2F}"/>
              </a:ext>
            </a:extLst>
          </p:cNvPr>
          <p:cNvSpPr txBox="1"/>
          <p:nvPr/>
        </p:nvSpPr>
        <p:spPr>
          <a:xfrm>
            <a:off x="247024" y="1010998"/>
            <a:ext cx="2350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Sexual Offenses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75B3C04-85A2-0917-81B5-AE7035A830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807" y="4116313"/>
            <a:ext cx="5240936" cy="34530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A599C1-44A0-292D-D56C-EDA12066FF08}"/>
              </a:ext>
            </a:extLst>
          </p:cNvPr>
          <p:cNvSpPr txBox="1"/>
          <p:nvPr/>
        </p:nvSpPr>
        <p:spPr>
          <a:xfrm>
            <a:off x="5517136" y="4387583"/>
            <a:ext cx="4602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Weekly Incident Report</a:t>
            </a:r>
          </a:p>
          <a:p>
            <a:r>
              <a:rPr lang="en-US" dirty="0"/>
              <a:t>0 incidents recorded (7-day period)</a:t>
            </a:r>
          </a:p>
        </p:txBody>
      </p:sp>
    </p:spTree>
    <p:extLst>
      <p:ext uri="{BB962C8B-B14F-4D97-AF65-F5344CB8AC3E}">
        <p14:creationId xmlns:p14="http://schemas.microsoft.com/office/powerpoint/2010/main" val="477563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2092</TotalTime>
  <Words>274</Words>
  <Application>Microsoft Office PowerPoint</Application>
  <PresentationFormat>Custom</PresentationFormat>
  <Paragraphs>34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Carucci</dc:creator>
  <cp:lastModifiedBy>Robert Carucci</cp:lastModifiedBy>
  <cp:revision>32</cp:revision>
  <cp:lastPrinted>2024-03-13T21:12:29Z</cp:lastPrinted>
  <dcterms:created xsi:type="dcterms:W3CDTF">2024-03-08T16:09:34Z</dcterms:created>
  <dcterms:modified xsi:type="dcterms:W3CDTF">2025-06-22T00:31:21Z</dcterms:modified>
</cp:coreProperties>
</file>