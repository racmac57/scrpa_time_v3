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6" r:id="rId2"/>
    <p:sldId id="287" r:id="rId3"/>
    <p:sldId id="290" r:id="rId4"/>
    <p:sldId id="289" r:id="rId5"/>
    <p:sldId id="288" r:id="rId6"/>
  </p:sldIdLst>
  <p:sldSz cx="10696575" cy="7589838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7" userDrawn="1">
          <p15:clr>
            <a:srgbClr val="A4A3A4"/>
          </p15:clr>
        </p15:guide>
        <p15:guide id="2" pos="339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B82020-BD2F-8054-82C3-A14D9833D7A1}" name="Robert Carucci" initials="RC" userId="S::rcarucci@hackensackpd.org::5be546eb-4763-4194-b93d-35346ec02cb5" providerId="AD"/>
  <p188:author id="{614EE433-4CD8-D6C9-71EC-C019CC5DD367}" name="Ray Guidetti" initials="" userId="S::rguidetti@hackensack.org::9cdb527b-782c-4e10-85bc-d9af381ffb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A0F9"/>
    <a:srgbClr val="E0404C"/>
    <a:srgbClr val="05EDFE"/>
    <a:srgbClr val="36105B"/>
    <a:srgbClr val="D100D0"/>
    <a:srgbClr val="020D56"/>
    <a:srgbClr val="00EBFF"/>
    <a:srgbClr val="023F93"/>
    <a:srgbClr val="9ADBFE"/>
    <a:srgbClr val="513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D0EEE4-B0E3-4F62-B11F-83033ACB8E6E}" v="5" dt="2025-05-28T19:51:46.9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30" d="100"/>
          <a:sy n="130" d="100"/>
        </p:scale>
        <p:origin x="1482" y="114"/>
      </p:cViewPr>
      <p:guideLst>
        <p:guide orient="horz" pos="2367"/>
        <p:guide pos="3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Carucci" userId="5be546eb-4763-4194-b93d-35346ec02cb5" providerId="ADAL" clId="{68D0EEE4-B0E3-4F62-B11F-83033ACB8E6E}"/>
    <pc:docChg chg="custSel modSld">
      <pc:chgData name="Robert Carucci" userId="5be546eb-4763-4194-b93d-35346ec02cb5" providerId="ADAL" clId="{68D0EEE4-B0E3-4F62-B11F-83033ACB8E6E}" dt="2025-05-28T22:16:27.580" v="70" actId="14826"/>
      <pc:docMkLst>
        <pc:docMk/>
      </pc:docMkLst>
      <pc:sldChg chg="addSp delSp modSp mod">
        <pc:chgData name="Robert Carucci" userId="5be546eb-4763-4194-b93d-35346ec02cb5" providerId="ADAL" clId="{68D0EEE4-B0E3-4F62-B11F-83033ACB8E6E}" dt="2025-05-28T22:13:57.168" v="66" actId="14826"/>
        <pc:sldMkLst>
          <pc:docMk/>
          <pc:sldMk cId="1185383279" sldId="286"/>
        </pc:sldMkLst>
        <pc:picChg chg="mod">
          <ac:chgData name="Robert Carucci" userId="5be546eb-4763-4194-b93d-35346ec02cb5" providerId="ADAL" clId="{68D0EEE4-B0E3-4F62-B11F-83033ACB8E6E}" dt="2025-05-28T19:50:37.876" v="4" actId="14826"/>
          <ac:picMkLst>
            <pc:docMk/>
            <pc:sldMk cId="1185383279" sldId="286"/>
            <ac:picMk id="4" creationId="{FD80DEB4-F25F-AF9C-0F57-D17F9F834AC4}"/>
          </ac:picMkLst>
        </pc:picChg>
        <pc:picChg chg="add del mod">
          <ac:chgData name="Robert Carucci" userId="5be546eb-4763-4194-b93d-35346ec02cb5" providerId="ADAL" clId="{68D0EEE4-B0E3-4F62-B11F-83033ACB8E6E}" dt="2025-05-28T19:50:33.050" v="3" actId="21"/>
          <ac:picMkLst>
            <pc:docMk/>
            <pc:sldMk cId="1185383279" sldId="286"/>
            <ac:picMk id="7" creationId="{39863F0F-1288-4873-6F49-0E43F5DA3DA4}"/>
          </ac:picMkLst>
        </pc:picChg>
        <pc:picChg chg="mod">
          <ac:chgData name="Robert Carucci" userId="5be546eb-4763-4194-b93d-35346ec02cb5" providerId="ADAL" clId="{68D0EEE4-B0E3-4F62-B11F-83033ACB8E6E}" dt="2025-05-28T22:13:57.168" v="66" actId="14826"/>
          <ac:picMkLst>
            <pc:docMk/>
            <pc:sldMk cId="1185383279" sldId="286"/>
            <ac:picMk id="23" creationId="{9774AC32-66C6-2C48-3131-50BB390389F2}"/>
          </ac:picMkLst>
        </pc:picChg>
      </pc:sldChg>
      <pc:sldChg chg="addSp delSp modSp mod">
        <pc:chgData name="Robert Carucci" userId="5be546eb-4763-4194-b93d-35346ec02cb5" providerId="ADAL" clId="{68D0EEE4-B0E3-4F62-B11F-83033ACB8E6E}" dt="2025-05-28T22:14:25.682" v="67" actId="14826"/>
        <pc:sldMkLst>
          <pc:docMk/>
          <pc:sldMk cId="3242726822" sldId="287"/>
        </pc:sldMkLst>
        <pc:picChg chg="add del mod">
          <ac:chgData name="Robert Carucci" userId="5be546eb-4763-4194-b93d-35346ec02cb5" providerId="ADAL" clId="{68D0EEE4-B0E3-4F62-B11F-83033ACB8E6E}" dt="2025-05-28T19:50:55.142" v="8" actId="21"/>
          <ac:picMkLst>
            <pc:docMk/>
            <pc:sldMk cId="3242726822" sldId="287"/>
            <ac:picMk id="5" creationId="{2FFBBE96-AB48-8A3E-35B8-BCBB41EE7133}"/>
          </ac:picMkLst>
        </pc:picChg>
        <pc:picChg chg="mod">
          <ac:chgData name="Robert Carucci" userId="5be546eb-4763-4194-b93d-35346ec02cb5" providerId="ADAL" clId="{68D0EEE4-B0E3-4F62-B11F-83033ACB8E6E}" dt="2025-05-28T22:14:25.682" v="67" actId="14826"/>
          <ac:picMkLst>
            <pc:docMk/>
            <pc:sldMk cId="3242726822" sldId="287"/>
            <ac:picMk id="10" creationId="{F5F06B96-A1E5-54E0-A41E-19E0FE694EB8}"/>
          </ac:picMkLst>
        </pc:picChg>
        <pc:picChg chg="mod">
          <ac:chgData name="Robert Carucci" userId="5be546eb-4763-4194-b93d-35346ec02cb5" providerId="ADAL" clId="{68D0EEE4-B0E3-4F62-B11F-83033ACB8E6E}" dt="2025-05-28T19:50:58.704" v="9" actId="14826"/>
          <ac:picMkLst>
            <pc:docMk/>
            <pc:sldMk cId="3242726822" sldId="287"/>
            <ac:picMk id="21" creationId="{D0B87FD0-FEDE-9602-1A19-8B15B5C62FD4}"/>
          </ac:picMkLst>
        </pc:picChg>
      </pc:sldChg>
      <pc:sldChg chg="addSp delSp modSp mod">
        <pc:chgData name="Robert Carucci" userId="5be546eb-4763-4194-b93d-35346ec02cb5" providerId="ADAL" clId="{68D0EEE4-B0E3-4F62-B11F-83033ACB8E6E}" dt="2025-05-28T22:16:27.580" v="70" actId="14826"/>
        <pc:sldMkLst>
          <pc:docMk/>
          <pc:sldMk cId="477563929" sldId="288"/>
        </pc:sldMkLst>
        <pc:picChg chg="add del mod">
          <ac:chgData name="Robert Carucci" userId="5be546eb-4763-4194-b93d-35346ec02cb5" providerId="ADAL" clId="{68D0EEE4-B0E3-4F62-B11F-83033ACB8E6E}" dt="2025-05-28T19:51:48.992" v="23" actId="21"/>
          <ac:picMkLst>
            <pc:docMk/>
            <pc:sldMk cId="477563929" sldId="288"/>
            <ac:picMk id="5" creationId="{DE1F1EFB-4BB2-E980-DEB2-DF421079EA70}"/>
          </ac:picMkLst>
        </pc:picChg>
        <pc:picChg chg="mod">
          <ac:chgData name="Robert Carucci" userId="5be546eb-4763-4194-b93d-35346ec02cb5" providerId="ADAL" clId="{68D0EEE4-B0E3-4F62-B11F-83033ACB8E6E}" dt="2025-05-28T19:51:52.008" v="24" actId="14826"/>
          <ac:picMkLst>
            <pc:docMk/>
            <pc:sldMk cId="477563929" sldId="288"/>
            <ac:picMk id="12" creationId="{70FB4CF8-1731-6A1B-7D93-8737D312F852}"/>
          </ac:picMkLst>
        </pc:picChg>
        <pc:picChg chg="mod">
          <ac:chgData name="Robert Carucci" userId="5be546eb-4763-4194-b93d-35346ec02cb5" providerId="ADAL" clId="{68D0EEE4-B0E3-4F62-B11F-83033ACB8E6E}" dt="2025-05-28T22:16:27.580" v="70" actId="14826"/>
          <ac:picMkLst>
            <pc:docMk/>
            <pc:sldMk cId="477563929" sldId="288"/>
            <ac:picMk id="17" creationId="{D75B3C04-85A2-0917-81B5-AE7035A83086}"/>
          </ac:picMkLst>
        </pc:picChg>
      </pc:sldChg>
      <pc:sldChg chg="addSp delSp modSp mod">
        <pc:chgData name="Robert Carucci" userId="5be546eb-4763-4194-b93d-35346ec02cb5" providerId="ADAL" clId="{68D0EEE4-B0E3-4F62-B11F-83033ACB8E6E}" dt="2025-05-28T22:16:00.962" v="69" actId="14826"/>
        <pc:sldMkLst>
          <pc:docMk/>
          <pc:sldMk cId="3092951088" sldId="289"/>
        </pc:sldMkLst>
        <pc:picChg chg="add del mod">
          <ac:chgData name="Robert Carucci" userId="5be546eb-4763-4194-b93d-35346ec02cb5" providerId="ADAL" clId="{68D0EEE4-B0E3-4F62-B11F-83033ACB8E6E}" dt="2025-05-28T19:51:28.623" v="18" actId="21"/>
          <ac:picMkLst>
            <pc:docMk/>
            <pc:sldMk cId="3092951088" sldId="289"/>
            <ac:picMk id="5" creationId="{EA5B8DFA-DE0D-24C3-A8CE-78E13B0AC66E}"/>
          </ac:picMkLst>
        </pc:picChg>
        <pc:picChg chg="mod">
          <ac:chgData name="Robert Carucci" userId="5be546eb-4763-4194-b93d-35346ec02cb5" providerId="ADAL" clId="{68D0EEE4-B0E3-4F62-B11F-83033ACB8E6E}" dt="2025-05-28T19:51:32.366" v="19" actId="14826"/>
          <ac:picMkLst>
            <pc:docMk/>
            <pc:sldMk cId="3092951088" sldId="289"/>
            <ac:picMk id="10" creationId="{535F5F85-C538-D984-3D10-CF520A9B4407}"/>
          </ac:picMkLst>
        </pc:picChg>
        <pc:picChg chg="mod">
          <ac:chgData name="Robert Carucci" userId="5be546eb-4763-4194-b93d-35346ec02cb5" providerId="ADAL" clId="{68D0EEE4-B0E3-4F62-B11F-83033ACB8E6E}" dt="2025-05-28T22:16:00.962" v="69" actId="14826"/>
          <ac:picMkLst>
            <pc:docMk/>
            <pc:sldMk cId="3092951088" sldId="289"/>
            <ac:picMk id="19" creationId="{237D4232-08F5-7F03-CA3B-8B7D68149181}"/>
          </ac:picMkLst>
        </pc:picChg>
      </pc:sldChg>
      <pc:sldChg chg="addSp delSp modSp mod">
        <pc:chgData name="Robert Carucci" userId="5be546eb-4763-4194-b93d-35346ec02cb5" providerId="ADAL" clId="{68D0EEE4-B0E3-4F62-B11F-83033ACB8E6E}" dt="2025-05-28T22:15:26.622" v="68" actId="14826"/>
        <pc:sldMkLst>
          <pc:docMk/>
          <pc:sldMk cId="2494822564" sldId="290"/>
        </pc:sldMkLst>
        <pc:picChg chg="add del mod">
          <ac:chgData name="Robert Carucci" userId="5be546eb-4763-4194-b93d-35346ec02cb5" providerId="ADAL" clId="{68D0EEE4-B0E3-4F62-B11F-83033ACB8E6E}" dt="2025-05-28T19:51:13.535" v="13" actId="21"/>
          <ac:picMkLst>
            <pc:docMk/>
            <pc:sldMk cId="2494822564" sldId="290"/>
            <ac:picMk id="5" creationId="{A2C38B4F-BD90-D6C2-1CA3-D6AADD05A48E}"/>
          </ac:picMkLst>
        </pc:picChg>
        <pc:picChg chg="mod">
          <ac:chgData name="Robert Carucci" userId="5be546eb-4763-4194-b93d-35346ec02cb5" providerId="ADAL" clId="{68D0EEE4-B0E3-4F62-B11F-83033ACB8E6E}" dt="2025-05-28T19:51:16.867" v="14" actId="14826"/>
          <ac:picMkLst>
            <pc:docMk/>
            <pc:sldMk cId="2494822564" sldId="290"/>
            <ac:picMk id="16" creationId="{49AE32CB-754D-5033-1352-3B899A22C0B7}"/>
          </ac:picMkLst>
        </pc:picChg>
        <pc:picChg chg="mod">
          <ac:chgData name="Robert Carucci" userId="5be546eb-4763-4194-b93d-35346ec02cb5" providerId="ADAL" clId="{68D0EEE4-B0E3-4F62-B11F-83033ACB8E6E}" dt="2025-05-28T22:15:26.622" v="68" actId="14826"/>
          <ac:picMkLst>
            <pc:docMk/>
            <pc:sldMk cId="2494822564" sldId="290"/>
            <ac:picMk id="17" creationId="{3F768091-E321-12E9-4AA8-60644146CA4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243" y="1242134"/>
            <a:ext cx="9092089" cy="2642388"/>
          </a:xfrm>
        </p:spPr>
        <p:txBody>
          <a:bodyPr anchor="b"/>
          <a:lstStyle>
            <a:lvl1pPr algn="ctr">
              <a:defRPr sz="6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7072" y="3986423"/>
            <a:ext cx="8022431" cy="1832453"/>
          </a:xfrm>
        </p:spPr>
        <p:txBody>
          <a:bodyPr/>
          <a:lstStyle>
            <a:lvl1pPr marL="0" indent="0" algn="ctr">
              <a:buNone/>
              <a:defRPr sz="2656"/>
            </a:lvl1pPr>
            <a:lvl2pPr marL="505983" indent="0" algn="ctr">
              <a:buNone/>
              <a:defRPr sz="2213"/>
            </a:lvl2pPr>
            <a:lvl3pPr marL="1011966" indent="0" algn="ctr">
              <a:buNone/>
              <a:defRPr sz="1992"/>
            </a:lvl3pPr>
            <a:lvl4pPr marL="1517950" indent="0" algn="ctr">
              <a:buNone/>
              <a:defRPr sz="1771"/>
            </a:lvl4pPr>
            <a:lvl5pPr marL="2023933" indent="0" algn="ctr">
              <a:buNone/>
              <a:defRPr sz="1771"/>
            </a:lvl5pPr>
            <a:lvl6pPr marL="2529916" indent="0" algn="ctr">
              <a:buNone/>
              <a:defRPr sz="1771"/>
            </a:lvl6pPr>
            <a:lvl7pPr marL="3035899" indent="0" algn="ctr">
              <a:buNone/>
              <a:defRPr sz="1771"/>
            </a:lvl7pPr>
            <a:lvl8pPr marL="3541883" indent="0" algn="ctr">
              <a:buNone/>
              <a:defRPr sz="1771"/>
            </a:lvl8pPr>
            <a:lvl9pPr marL="4047866" indent="0" algn="ctr">
              <a:buNone/>
              <a:defRPr sz="177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5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20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819" y="1892191"/>
            <a:ext cx="9225796" cy="3157161"/>
          </a:xfrm>
        </p:spPr>
        <p:txBody>
          <a:bodyPr anchor="b"/>
          <a:lstStyle>
            <a:lvl1pPr>
              <a:defRPr sz="6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819" y="5079220"/>
            <a:ext cx="9225796" cy="1660277"/>
          </a:xfrm>
        </p:spPr>
        <p:txBody>
          <a:bodyPr/>
          <a:lstStyle>
            <a:lvl1pPr marL="0" indent="0">
              <a:buNone/>
              <a:defRPr sz="2656">
                <a:solidFill>
                  <a:schemeClr val="tx1">
                    <a:tint val="82000"/>
                  </a:schemeClr>
                </a:solidFill>
              </a:defRPr>
            </a:lvl1pPr>
            <a:lvl2pPr marL="505983" indent="0">
              <a:buNone/>
              <a:defRPr sz="2213">
                <a:solidFill>
                  <a:schemeClr val="tx1">
                    <a:tint val="82000"/>
                  </a:schemeClr>
                </a:solidFill>
              </a:defRPr>
            </a:lvl2pPr>
            <a:lvl3pPr marL="1011966" indent="0">
              <a:buNone/>
              <a:defRPr sz="1992">
                <a:solidFill>
                  <a:schemeClr val="tx1">
                    <a:tint val="82000"/>
                  </a:schemeClr>
                </a:solidFill>
              </a:defRPr>
            </a:lvl3pPr>
            <a:lvl4pPr marL="1517950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4pPr>
            <a:lvl5pPr marL="2023933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5pPr>
            <a:lvl6pPr marL="2529916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6pPr>
            <a:lvl7pPr marL="3035899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7pPr>
            <a:lvl8pPr marL="3541883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8pPr>
            <a:lvl9pPr marL="4047866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58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390" y="2020443"/>
            <a:ext cx="4546044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5141" y="2020443"/>
            <a:ext cx="4546044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4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404090"/>
            <a:ext cx="9225796" cy="14670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784" y="1860565"/>
            <a:ext cx="4525152" cy="911834"/>
          </a:xfrm>
        </p:spPr>
        <p:txBody>
          <a:bodyPr anchor="b"/>
          <a:lstStyle>
            <a:lvl1pPr marL="0" indent="0">
              <a:buNone/>
              <a:defRPr sz="2656" b="1"/>
            </a:lvl1pPr>
            <a:lvl2pPr marL="505983" indent="0">
              <a:buNone/>
              <a:defRPr sz="2213" b="1"/>
            </a:lvl2pPr>
            <a:lvl3pPr marL="1011966" indent="0">
              <a:buNone/>
              <a:defRPr sz="1992" b="1"/>
            </a:lvl3pPr>
            <a:lvl4pPr marL="1517950" indent="0">
              <a:buNone/>
              <a:defRPr sz="1771" b="1"/>
            </a:lvl4pPr>
            <a:lvl5pPr marL="2023933" indent="0">
              <a:buNone/>
              <a:defRPr sz="1771" b="1"/>
            </a:lvl5pPr>
            <a:lvl6pPr marL="2529916" indent="0">
              <a:buNone/>
              <a:defRPr sz="1771" b="1"/>
            </a:lvl6pPr>
            <a:lvl7pPr marL="3035899" indent="0">
              <a:buNone/>
              <a:defRPr sz="1771" b="1"/>
            </a:lvl7pPr>
            <a:lvl8pPr marL="3541883" indent="0">
              <a:buNone/>
              <a:defRPr sz="1771" b="1"/>
            </a:lvl8pPr>
            <a:lvl9pPr marL="4047866" indent="0">
              <a:buNone/>
              <a:defRPr sz="17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784" y="2772399"/>
            <a:ext cx="4525152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5141" y="1860565"/>
            <a:ext cx="4547438" cy="911834"/>
          </a:xfrm>
        </p:spPr>
        <p:txBody>
          <a:bodyPr anchor="b"/>
          <a:lstStyle>
            <a:lvl1pPr marL="0" indent="0">
              <a:buNone/>
              <a:defRPr sz="2656" b="1"/>
            </a:lvl1pPr>
            <a:lvl2pPr marL="505983" indent="0">
              <a:buNone/>
              <a:defRPr sz="2213" b="1"/>
            </a:lvl2pPr>
            <a:lvl3pPr marL="1011966" indent="0">
              <a:buNone/>
              <a:defRPr sz="1992" b="1"/>
            </a:lvl3pPr>
            <a:lvl4pPr marL="1517950" indent="0">
              <a:buNone/>
              <a:defRPr sz="1771" b="1"/>
            </a:lvl4pPr>
            <a:lvl5pPr marL="2023933" indent="0">
              <a:buNone/>
              <a:defRPr sz="1771" b="1"/>
            </a:lvl5pPr>
            <a:lvl6pPr marL="2529916" indent="0">
              <a:buNone/>
              <a:defRPr sz="1771" b="1"/>
            </a:lvl6pPr>
            <a:lvl7pPr marL="3035899" indent="0">
              <a:buNone/>
              <a:defRPr sz="1771" b="1"/>
            </a:lvl7pPr>
            <a:lvl8pPr marL="3541883" indent="0">
              <a:buNone/>
              <a:defRPr sz="1771" b="1"/>
            </a:lvl8pPr>
            <a:lvl9pPr marL="4047866" indent="0">
              <a:buNone/>
              <a:defRPr sz="17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5141" y="2772399"/>
            <a:ext cx="4547438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312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81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5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</p:spPr>
        <p:txBody>
          <a:bodyPr anchor="b"/>
          <a:lstStyle>
            <a:lvl1pPr>
              <a:defRPr sz="35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7438" y="1092798"/>
            <a:ext cx="5415141" cy="5393704"/>
          </a:xfrm>
        </p:spPr>
        <p:txBody>
          <a:bodyPr/>
          <a:lstStyle>
            <a:lvl1pPr>
              <a:defRPr sz="3541"/>
            </a:lvl1pPr>
            <a:lvl2pPr>
              <a:defRPr sz="3099"/>
            </a:lvl2pPr>
            <a:lvl3pPr>
              <a:defRPr sz="2656"/>
            </a:lvl3pPr>
            <a:lvl4pPr>
              <a:defRPr sz="2213"/>
            </a:lvl4pPr>
            <a:lvl5pPr>
              <a:defRPr sz="2213"/>
            </a:lvl5pPr>
            <a:lvl6pPr>
              <a:defRPr sz="2213"/>
            </a:lvl6pPr>
            <a:lvl7pPr>
              <a:defRPr sz="2213"/>
            </a:lvl7pPr>
            <a:lvl8pPr>
              <a:defRPr sz="2213"/>
            </a:lvl8pPr>
            <a:lvl9pPr>
              <a:defRPr sz="22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783" y="2276951"/>
            <a:ext cx="3449924" cy="4218334"/>
          </a:xfrm>
        </p:spPr>
        <p:txBody>
          <a:bodyPr/>
          <a:lstStyle>
            <a:lvl1pPr marL="0" indent="0">
              <a:buNone/>
              <a:defRPr sz="1771"/>
            </a:lvl1pPr>
            <a:lvl2pPr marL="505983" indent="0">
              <a:buNone/>
              <a:defRPr sz="1549"/>
            </a:lvl2pPr>
            <a:lvl3pPr marL="1011966" indent="0">
              <a:buNone/>
              <a:defRPr sz="1328"/>
            </a:lvl3pPr>
            <a:lvl4pPr marL="1517950" indent="0">
              <a:buNone/>
              <a:defRPr sz="1107"/>
            </a:lvl4pPr>
            <a:lvl5pPr marL="2023933" indent="0">
              <a:buNone/>
              <a:defRPr sz="1107"/>
            </a:lvl5pPr>
            <a:lvl6pPr marL="2529916" indent="0">
              <a:buNone/>
              <a:defRPr sz="1107"/>
            </a:lvl6pPr>
            <a:lvl7pPr marL="3035899" indent="0">
              <a:buNone/>
              <a:defRPr sz="1107"/>
            </a:lvl7pPr>
            <a:lvl8pPr marL="3541883" indent="0">
              <a:buNone/>
              <a:defRPr sz="1107"/>
            </a:lvl8pPr>
            <a:lvl9pPr marL="4047866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42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</p:spPr>
        <p:txBody>
          <a:bodyPr anchor="b"/>
          <a:lstStyle>
            <a:lvl1pPr>
              <a:defRPr sz="35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7438" y="1092798"/>
            <a:ext cx="5415141" cy="5393704"/>
          </a:xfrm>
        </p:spPr>
        <p:txBody>
          <a:bodyPr anchor="t"/>
          <a:lstStyle>
            <a:lvl1pPr marL="0" indent="0">
              <a:buNone/>
              <a:defRPr sz="3541"/>
            </a:lvl1pPr>
            <a:lvl2pPr marL="505983" indent="0">
              <a:buNone/>
              <a:defRPr sz="3099"/>
            </a:lvl2pPr>
            <a:lvl3pPr marL="1011966" indent="0">
              <a:buNone/>
              <a:defRPr sz="2656"/>
            </a:lvl3pPr>
            <a:lvl4pPr marL="1517950" indent="0">
              <a:buNone/>
              <a:defRPr sz="2213"/>
            </a:lvl4pPr>
            <a:lvl5pPr marL="2023933" indent="0">
              <a:buNone/>
              <a:defRPr sz="2213"/>
            </a:lvl5pPr>
            <a:lvl6pPr marL="2529916" indent="0">
              <a:buNone/>
              <a:defRPr sz="2213"/>
            </a:lvl6pPr>
            <a:lvl7pPr marL="3035899" indent="0">
              <a:buNone/>
              <a:defRPr sz="2213"/>
            </a:lvl7pPr>
            <a:lvl8pPr marL="3541883" indent="0">
              <a:buNone/>
              <a:defRPr sz="2213"/>
            </a:lvl8pPr>
            <a:lvl9pPr marL="4047866" indent="0">
              <a:buNone/>
              <a:defRPr sz="221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783" y="2276951"/>
            <a:ext cx="3449924" cy="4218334"/>
          </a:xfrm>
        </p:spPr>
        <p:txBody>
          <a:bodyPr/>
          <a:lstStyle>
            <a:lvl1pPr marL="0" indent="0">
              <a:buNone/>
              <a:defRPr sz="1771"/>
            </a:lvl1pPr>
            <a:lvl2pPr marL="505983" indent="0">
              <a:buNone/>
              <a:defRPr sz="1549"/>
            </a:lvl2pPr>
            <a:lvl3pPr marL="1011966" indent="0">
              <a:buNone/>
              <a:defRPr sz="1328"/>
            </a:lvl3pPr>
            <a:lvl4pPr marL="1517950" indent="0">
              <a:buNone/>
              <a:defRPr sz="1107"/>
            </a:lvl4pPr>
            <a:lvl5pPr marL="2023933" indent="0">
              <a:buNone/>
              <a:defRPr sz="1107"/>
            </a:lvl5pPr>
            <a:lvl6pPr marL="2529916" indent="0">
              <a:buNone/>
              <a:defRPr sz="1107"/>
            </a:lvl6pPr>
            <a:lvl7pPr marL="3035899" indent="0">
              <a:buNone/>
              <a:defRPr sz="1107"/>
            </a:lvl7pPr>
            <a:lvl8pPr marL="3541883" indent="0">
              <a:buNone/>
              <a:defRPr sz="1107"/>
            </a:lvl8pPr>
            <a:lvl9pPr marL="4047866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1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22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4737" y="404089"/>
            <a:ext cx="2306449" cy="6432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390" y="404089"/>
            <a:ext cx="6785640" cy="6432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74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390" y="404090"/>
            <a:ext cx="9225796" cy="1467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390" y="2020443"/>
            <a:ext cx="9225796" cy="48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2A3C1-395D-48C2-A2EA-C25AE9301880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6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11966" rtl="0" eaLnBrk="1" latinLnBrk="0" hangingPunct="1">
        <a:lnSpc>
          <a:spcPct val="90000"/>
        </a:lnSpc>
        <a:spcBef>
          <a:spcPct val="0"/>
        </a:spcBef>
        <a:buNone/>
        <a:defRPr sz="486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992" indent="-252992" algn="l" defTabSz="1011966" rtl="0" eaLnBrk="1" latinLnBrk="0" hangingPunct="1">
        <a:lnSpc>
          <a:spcPct val="90000"/>
        </a:lnSpc>
        <a:spcBef>
          <a:spcPts val="1107"/>
        </a:spcBef>
        <a:buFont typeface="Arial" panose="020B0604020202020204" pitchFamily="34" charset="0"/>
        <a:buChar char="•"/>
        <a:defRPr sz="3099" kern="1200">
          <a:solidFill>
            <a:schemeClr val="tx1"/>
          </a:solidFill>
          <a:latin typeface="+mn-lt"/>
          <a:ea typeface="+mn-ea"/>
          <a:cs typeface="+mn-cs"/>
        </a:defRPr>
      </a:lvl1pPr>
      <a:lvl2pPr marL="758975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656" kern="1200">
          <a:solidFill>
            <a:schemeClr val="tx1"/>
          </a:solidFill>
          <a:latin typeface="+mn-lt"/>
          <a:ea typeface="+mn-ea"/>
          <a:cs typeface="+mn-cs"/>
        </a:defRPr>
      </a:lvl2pPr>
      <a:lvl3pPr marL="126495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213" kern="1200">
          <a:solidFill>
            <a:schemeClr val="tx1"/>
          </a:solidFill>
          <a:latin typeface="+mn-lt"/>
          <a:ea typeface="+mn-ea"/>
          <a:cs typeface="+mn-cs"/>
        </a:defRPr>
      </a:lvl3pPr>
      <a:lvl4pPr marL="1770941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4pPr>
      <a:lvl5pPr marL="2276925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5pPr>
      <a:lvl6pPr marL="278290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6pPr>
      <a:lvl7pPr marL="3288891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7pPr>
      <a:lvl8pPr marL="3794874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8pPr>
      <a:lvl9pPr marL="430085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1pPr>
      <a:lvl2pPr marL="50598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2pPr>
      <a:lvl3pPr marL="101196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3pPr>
      <a:lvl4pPr marL="1517950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4pPr>
      <a:lvl5pPr marL="202393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5pPr>
      <a:lvl6pPr marL="252991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6pPr>
      <a:lvl7pPr marL="3035899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7pPr>
      <a:lvl8pPr marL="354188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8pPr>
      <a:lvl9pPr marL="404786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BB04-F248-4FAB-FA0C-98EB13050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8B13CCC-7996-AEE2-018C-9324732FBF0E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77E357E-7DFC-1F55-7676-6731770AFC0C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B4911E-DF42-F300-6AB3-E5784AE55F2E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78E3416-C686-FDF0-8A3E-CD856CD99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CF1E475-552D-A49B-CD52-9D05258B07D1}"/>
              </a:ext>
            </a:extLst>
          </p:cNvPr>
          <p:cNvCxnSpPr>
            <a:cxnSpLocks/>
          </p:cNvCxnSpPr>
          <p:nvPr/>
        </p:nvCxnSpPr>
        <p:spPr>
          <a:xfrm flipH="1" flipV="1">
            <a:off x="2883980" y="974096"/>
            <a:ext cx="38127" cy="2524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9F8DE2-A8D5-629F-28CC-BD9F02AA4D95}"/>
              </a:ext>
            </a:extLst>
          </p:cNvPr>
          <p:cNvCxnSpPr>
            <a:cxnSpLocks/>
          </p:cNvCxnSpPr>
          <p:nvPr/>
        </p:nvCxnSpPr>
        <p:spPr>
          <a:xfrm flipH="1">
            <a:off x="326571" y="3491641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2E4D2F0-48AC-1E78-A65A-1C25D0D7E5D5}"/>
              </a:ext>
            </a:extLst>
          </p:cNvPr>
          <p:cNvSpPr txBox="1"/>
          <p:nvPr/>
        </p:nvSpPr>
        <p:spPr>
          <a:xfrm>
            <a:off x="2922107" y="1051738"/>
            <a:ext cx="745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413AF-7BDC-95C3-D7E3-FFEA18782840}"/>
              </a:ext>
            </a:extLst>
          </p:cNvPr>
          <p:cNvSpPr txBox="1"/>
          <p:nvPr/>
        </p:nvSpPr>
        <p:spPr>
          <a:xfrm>
            <a:off x="217714" y="974096"/>
            <a:ext cx="26082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Motor Vehicle Theft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80DEB4-F25F-AF9C-0F57-D17F9F834A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48326" y="3498942"/>
            <a:ext cx="5247840" cy="405496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774AC32-66C6-2C48-3131-50BB390389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6365" y="4108985"/>
            <a:ext cx="5409791" cy="33551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AE26AB-E715-7042-EB4A-8ACDC5997A52}"/>
              </a:ext>
            </a:extLst>
          </p:cNvPr>
          <p:cNvSpPr txBox="1"/>
          <p:nvPr/>
        </p:nvSpPr>
        <p:spPr>
          <a:xfrm>
            <a:off x="3058447" y="1456969"/>
            <a:ext cx="62182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 is no longer pulling from the report due to a shift to CAD-based sourcing. A fix is planned, and the section will be updated in the coming weeks.</a:t>
            </a:r>
          </a:p>
        </p:txBody>
      </p:sp>
    </p:spTree>
    <p:extLst>
      <p:ext uri="{BB962C8B-B14F-4D97-AF65-F5344CB8AC3E}">
        <p14:creationId xmlns:p14="http://schemas.microsoft.com/office/powerpoint/2010/main" val="1185383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614F3-4676-70F6-49CD-AB44ADB16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3DCE0CE-50FD-F67A-AB1B-2EB072206E35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AFCFB2C-8C40-1A13-39E4-40D3F2797BB3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24B148-327A-F734-5047-BDCCF9DFDC41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2897858-D654-17A8-5A50-94E426C2E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E260A50-7860-AC5B-F3C9-EA300A045CD9}"/>
              </a:ext>
            </a:extLst>
          </p:cNvPr>
          <p:cNvCxnSpPr>
            <a:cxnSpLocks/>
          </p:cNvCxnSpPr>
          <p:nvPr/>
        </p:nvCxnSpPr>
        <p:spPr>
          <a:xfrm>
            <a:off x="3073765" y="919925"/>
            <a:ext cx="39343" cy="2605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B0AF47-4BE3-53C2-FFDE-A8D3DD0820FF}"/>
              </a:ext>
            </a:extLst>
          </p:cNvPr>
          <p:cNvCxnSpPr>
            <a:cxnSpLocks/>
          </p:cNvCxnSpPr>
          <p:nvPr/>
        </p:nvCxnSpPr>
        <p:spPr>
          <a:xfrm flipH="1">
            <a:off x="326571" y="3523448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C18280-889F-F719-F309-76204AA327DD}"/>
              </a:ext>
            </a:extLst>
          </p:cNvPr>
          <p:cNvSpPr txBox="1"/>
          <p:nvPr/>
        </p:nvSpPr>
        <p:spPr>
          <a:xfrm>
            <a:off x="3113108" y="896970"/>
            <a:ext cx="74807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en-US" sz="2000" b="1" dirty="0"/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A70DD7-F6C8-3576-23A6-EAB31FB526E5}"/>
              </a:ext>
            </a:extLst>
          </p:cNvPr>
          <p:cNvSpPr txBox="1"/>
          <p:nvPr/>
        </p:nvSpPr>
        <p:spPr>
          <a:xfrm>
            <a:off x="257057" y="896970"/>
            <a:ext cx="2884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Motor Vehicle Burglary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0B87FD0-FEDE-9602-1A19-8B15B5C62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90723" y="3534559"/>
            <a:ext cx="5247839" cy="40549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F06B96-A1E5-54E0-A41E-19E0FE694E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3739" y="4187674"/>
            <a:ext cx="5287495" cy="32793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503456-B375-85D2-083C-A086242224D2}"/>
              </a:ext>
            </a:extLst>
          </p:cNvPr>
          <p:cNvSpPr txBox="1"/>
          <p:nvPr/>
        </p:nvSpPr>
        <p:spPr>
          <a:xfrm>
            <a:off x="3288664" y="1393861"/>
            <a:ext cx="62166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 is no longer pulling from the report due to a shift to CAD-based sourcing. A fix is planned, and the section will be updated in the coming weeks.</a:t>
            </a:r>
          </a:p>
        </p:txBody>
      </p:sp>
    </p:spTree>
    <p:extLst>
      <p:ext uri="{BB962C8B-B14F-4D97-AF65-F5344CB8AC3E}">
        <p14:creationId xmlns:p14="http://schemas.microsoft.com/office/powerpoint/2010/main" val="3242726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364EE-2FC0-6A19-E9A9-AC8551F08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CDB7A49-3C25-838B-9107-11D082B65D92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6B7F3-2145-C6B3-DF80-3E076D6BB1EB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6501FC-7592-F9E5-9F6D-E6F2D4D26110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73C10D28-A047-267D-7384-D247A89B9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F82571-9D52-1DC6-F7F0-7540D01EE1F7}"/>
              </a:ext>
            </a:extLst>
          </p:cNvPr>
          <p:cNvCxnSpPr>
            <a:cxnSpLocks/>
          </p:cNvCxnSpPr>
          <p:nvPr/>
        </p:nvCxnSpPr>
        <p:spPr>
          <a:xfrm>
            <a:off x="2920219" y="949306"/>
            <a:ext cx="38517" cy="25503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BE1B77-A6DA-A5FB-91D3-2FD61BA43DAC}"/>
              </a:ext>
            </a:extLst>
          </p:cNvPr>
          <p:cNvCxnSpPr>
            <a:cxnSpLocks/>
          </p:cNvCxnSpPr>
          <p:nvPr/>
        </p:nvCxnSpPr>
        <p:spPr>
          <a:xfrm flipH="1">
            <a:off x="326571" y="3492716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5755EC4-A96C-ACEA-F23F-A193E0A3056F}"/>
              </a:ext>
            </a:extLst>
          </p:cNvPr>
          <p:cNvSpPr txBox="1"/>
          <p:nvPr/>
        </p:nvSpPr>
        <p:spPr>
          <a:xfrm>
            <a:off x="2958736" y="964054"/>
            <a:ext cx="7443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en-US" sz="2000" b="1" dirty="0"/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B3EE9F-3DFE-115C-A301-71BFC59EB4A6}"/>
              </a:ext>
            </a:extLst>
          </p:cNvPr>
          <p:cNvSpPr txBox="1"/>
          <p:nvPr/>
        </p:nvSpPr>
        <p:spPr>
          <a:xfrm>
            <a:off x="96658" y="966581"/>
            <a:ext cx="2937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Residential and Commercial Burglaries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AE32CB-754D-5033-1352-3B899A22C0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26082" y="3514716"/>
            <a:ext cx="5247841" cy="40549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768091-E321-12E9-4AA8-60644146CA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8087" y="4192825"/>
            <a:ext cx="5248655" cy="325523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AD5D31B-41E5-64D3-436C-E6E57F1226D9}"/>
              </a:ext>
            </a:extLst>
          </p:cNvPr>
          <p:cNvSpPr txBox="1"/>
          <p:nvPr/>
        </p:nvSpPr>
        <p:spPr>
          <a:xfrm>
            <a:off x="3034105" y="1407020"/>
            <a:ext cx="6122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Data is no longer pulling from the report due to a shift to CAD-based sourcing. A fix is planned, and the section will be updated in the coming weeks.</a:t>
            </a:r>
          </a:p>
        </p:txBody>
      </p:sp>
    </p:spTree>
    <p:extLst>
      <p:ext uri="{BB962C8B-B14F-4D97-AF65-F5344CB8AC3E}">
        <p14:creationId xmlns:p14="http://schemas.microsoft.com/office/powerpoint/2010/main" val="249482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FD5B7-8BB2-2C08-1080-0D8F3412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35F5F85-C538-D984-3D10-CF520A9B4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4949" y="3534558"/>
            <a:ext cx="5247841" cy="405496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29D7B2A-8490-3792-53DD-E3807BBC4932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62B80E8-BD0C-47E7-6A7B-8629450091C7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65EC36B-9308-E31C-D891-60103F672B2B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4154491B-4DF9-DE5E-3B4C-C34DAB8A8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CEA663-E11E-55DA-4135-A1DAA86377F3}"/>
              </a:ext>
            </a:extLst>
          </p:cNvPr>
          <p:cNvCxnSpPr>
            <a:cxnSpLocks/>
          </p:cNvCxnSpPr>
          <p:nvPr/>
        </p:nvCxnSpPr>
        <p:spPr>
          <a:xfrm>
            <a:off x="2425694" y="1098712"/>
            <a:ext cx="43954" cy="24555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9076C33-779E-E933-3967-6500DFE0B658}"/>
              </a:ext>
            </a:extLst>
          </p:cNvPr>
          <p:cNvSpPr txBox="1"/>
          <p:nvPr/>
        </p:nvSpPr>
        <p:spPr>
          <a:xfrm>
            <a:off x="2469648" y="933580"/>
            <a:ext cx="8002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en-US" sz="2000" b="1" dirty="0"/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3EE03D-98B1-2618-B649-C491D80E2678}"/>
              </a:ext>
            </a:extLst>
          </p:cNvPr>
          <p:cNvSpPr txBox="1"/>
          <p:nvPr/>
        </p:nvSpPr>
        <p:spPr>
          <a:xfrm>
            <a:off x="326571" y="933580"/>
            <a:ext cx="2011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Robbery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1FF38E-EC5C-8558-E436-563152656EB6}"/>
              </a:ext>
            </a:extLst>
          </p:cNvPr>
          <p:cNvCxnSpPr>
            <a:cxnSpLocks/>
          </p:cNvCxnSpPr>
          <p:nvPr/>
        </p:nvCxnSpPr>
        <p:spPr>
          <a:xfrm flipH="1">
            <a:off x="326571" y="3583628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237D4232-08F5-7F03-CA3B-8B7D681491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3377" y="4214161"/>
            <a:ext cx="5248656" cy="32552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0DAF7D-67C2-1704-23D1-56D33C97F2B6}"/>
              </a:ext>
            </a:extLst>
          </p:cNvPr>
          <p:cNvSpPr txBox="1"/>
          <p:nvPr/>
        </p:nvSpPr>
        <p:spPr>
          <a:xfrm>
            <a:off x="2610464" y="1381800"/>
            <a:ext cx="6120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Data is no longer pulling from the report due to a shift to CAD-based sourcing. A fix is planned, and the section will be updated in the coming weeks.</a:t>
            </a:r>
          </a:p>
        </p:txBody>
      </p:sp>
    </p:spTree>
    <p:extLst>
      <p:ext uri="{BB962C8B-B14F-4D97-AF65-F5344CB8AC3E}">
        <p14:creationId xmlns:p14="http://schemas.microsoft.com/office/powerpoint/2010/main" val="3092951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61A2E-B6E0-2E08-A8A1-F3BD4B5C7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D963094-3E7C-0149-5B21-6D3D998A0709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26E1D0-2DD7-B7AE-4B23-2A7DF8AC0325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EA68C91-F7C1-9115-DC5F-D681C1DB668B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307665D-8A8B-354B-3B9A-BCC810827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746E7B-9A1A-0787-60D4-C3FC6DA9EBC0}"/>
              </a:ext>
            </a:extLst>
          </p:cNvPr>
          <p:cNvCxnSpPr>
            <a:cxnSpLocks/>
          </p:cNvCxnSpPr>
          <p:nvPr/>
        </p:nvCxnSpPr>
        <p:spPr>
          <a:xfrm>
            <a:off x="2597961" y="1130300"/>
            <a:ext cx="0" cy="2356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46A8A9-50AF-805C-785A-772E8194677A}"/>
              </a:ext>
            </a:extLst>
          </p:cNvPr>
          <p:cNvCxnSpPr>
            <a:cxnSpLocks/>
          </p:cNvCxnSpPr>
          <p:nvPr/>
        </p:nvCxnSpPr>
        <p:spPr>
          <a:xfrm flipH="1">
            <a:off x="326571" y="3487088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5DFEEA4-8196-664A-FF30-814A8A0A4171}"/>
              </a:ext>
            </a:extLst>
          </p:cNvPr>
          <p:cNvSpPr txBox="1"/>
          <p:nvPr/>
        </p:nvSpPr>
        <p:spPr>
          <a:xfrm>
            <a:off x="2597961" y="1007583"/>
            <a:ext cx="7780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en-US" sz="2000" b="1" dirty="0"/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B63965-D5CA-2549-2701-0EC597466C2F}"/>
              </a:ext>
            </a:extLst>
          </p:cNvPr>
          <p:cNvSpPr txBox="1"/>
          <p:nvPr/>
        </p:nvSpPr>
        <p:spPr>
          <a:xfrm>
            <a:off x="247024" y="1010998"/>
            <a:ext cx="2350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Sexual Offenses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FB4CF8-1731-6A1B-7D93-8737D312F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2679" y="3546683"/>
            <a:ext cx="5232150" cy="40428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75B3C04-85A2-0917-81B5-AE7035A830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5806" y="4329539"/>
            <a:ext cx="5240936" cy="325045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56606E6-7A21-3116-2A54-34A2D99C7967}"/>
              </a:ext>
            </a:extLst>
          </p:cNvPr>
          <p:cNvSpPr txBox="1"/>
          <p:nvPr/>
        </p:nvSpPr>
        <p:spPr>
          <a:xfrm>
            <a:off x="2726275" y="1342037"/>
            <a:ext cx="61887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 is no longer pulling from the report due to a shift to CAD-based sourcing. A fix is planned, and the section will be updated in the coming weeks.</a:t>
            </a:r>
          </a:p>
        </p:txBody>
      </p:sp>
    </p:spTree>
    <p:extLst>
      <p:ext uri="{BB962C8B-B14F-4D97-AF65-F5344CB8AC3E}">
        <p14:creationId xmlns:p14="http://schemas.microsoft.com/office/powerpoint/2010/main" val="477563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2097</TotalTime>
  <Words>243</Words>
  <Application>Microsoft Office PowerPoint</Application>
  <PresentationFormat>Custom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Aptos ExtraBold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Carucci</dc:creator>
  <cp:lastModifiedBy>Robert Carucci</cp:lastModifiedBy>
  <cp:revision>27</cp:revision>
  <cp:lastPrinted>2024-03-13T21:12:29Z</cp:lastPrinted>
  <dcterms:created xsi:type="dcterms:W3CDTF">2024-03-08T16:09:34Z</dcterms:created>
  <dcterms:modified xsi:type="dcterms:W3CDTF">2025-05-28T22:16:37Z</dcterms:modified>
</cp:coreProperties>
</file>