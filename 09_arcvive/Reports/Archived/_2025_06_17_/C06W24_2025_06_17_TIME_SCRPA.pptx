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87" r:id="rId3"/>
    <p:sldId id="290" r:id="rId4"/>
    <p:sldId id="289" r:id="rId5"/>
    <p:sldId id="288" r:id="rId6"/>
  </p:sldIdLst>
  <p:sldSz cx="10696575" cy="7589838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7" userDrawn="1">
          <p15:clr>
            <a:srgbClr val="A4A3A4"/>
          </p15:clr>
        </p15:guide>
        <p15:guide id="2" pos="339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B82020-BD2F-8054-82C3-A14D9833D7A1}" name="Robert Carucci" initials="RC" userId="S::rcarucci@hackensackpd.org::5be546eb-4763-4194-b93d-35346ec02cb5" providerId="AD"/>
  <p188:author id="{614EE433-4CD8-D6C9-71EC-C019CC5DD367}" name="Ray Guidetti" initials="" userId="S::rguidetti@hackensack.org::9cdb527b-782c-4e10-85bc-d9af381ffb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A0F9"/>
    <a:srgbClr val="E0404C"/>
    <a:srgbClr val="05EDFE"/>
    <a:srgbClr val="36105B"/>
    <a:srgbClr val="D100D0"/>
    <a:srgbClr val="020D56"/>
    <a:srgbClr val="00EBFF"/>
    <a:srgbClr val="023F93"/>
    <a:srgbClr val="9ADBFE"/>
    <a:srgbClr val="513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552B0B-8581-3173-58F8-54EDC25311D1}" v="6" dt="2025-06-21T06:20:02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5" d="100"/>
          <a:sy n="95" d="100"/>
        </p:scale>
        <p:origin x="1080" y="84"/>
      </p:cViewPr>
      <p:guideLst>
        <p:guide orient="horz" pos="2367"/>
        <p:guide pos="3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rucci" userId="5be546eb-4763-4194-b93d-35346ec02cb5" providerId="ADAL" clId="{80FA4A73-7336-4310-8922-7F909728B756}"/>
    <pc:docChg chg="undo custSel modSld">
      <pc:chgData name="Robert Carucci" userId="5be546eb-4763-4194-b93d-35346ec02cb5" providerId="ADAL" clId="{80FA4A73-7336-4310-8922-7F909728B756}" dt="2025-06-11T02:34:59.740" v="272" actId="1038"/>
      <pc:docMkLst>
        <pc:docMk/>
      </pc:docMkLst>
      <pc:sldChg chg="addSp delSp modSp mod">
        <pc:chgData name="Robert Carucci" userId="5be546eb-4763-4194-b93d-35346ec02cb5" providerId="ADAL" clId="{80FA4A73-7336-4310-8922-7F909728B756}" dt="2025-06-11T02:34:59.740" v="272" actId="1038"/>
        <pc:sldMkLst>
          <pc:docMk/>
          <pc:sldMk cId="1185383279" sldId="286"/>
        </pc:sldMkLst>
        <pc:spChg chg="mod">
          <ac:chgData name="Robert Carucci" userId="5be546eb-4763-4194-b93d-35346ec02cb5" providerId="ADAL" clId="{80FA4A73-7336-4310-8922-7F909728B756}" dt="2025-06-03T15:48:32.458" v="2" actId="962"/>
          <ac:spMkLst>
            <pc:docMk/>
            <pc:sldMk cId="1185383279" sldId="286"/>
            <ac:spMk id="3" creationId="{1DC413AF-7BDC-95C3-D7E3-FFEA18782840}"/>
          </ac:spMkLst>
        </pc:spChg>
        <pc:spChg chg="mod">
          <ac:chgData name="Robert Carucci" userId="5be546eb-4763-4194-b93d-35346ec02cb5" providerId="ADAL" clId="{80FA4A73-7336-4310-8922-7F909728B756}" dt="2025-06-03T15:48:32.458" v="2" actId="962"/>
          <ac:spMkLst>
            <pc:docMk/>
            <pc:sldMk cId="1185383279" sldId="286"/>
            <ac:spMk id="11" creationId="{D2E4D2F0-48AC-1E78-A65A-1C25D0D7E5D5}"/>
          </ac:spMkLst>
        </pc:spChg>
        <pc:grpChg chg="mod">
          <ac:chgData name="Robert Carucci" userId="5be546eb-4763-4194-b93d-35346ec02cb5" providerId="ADAL" clId="{80FA4A73-7336-4310-8922-7F909728B756}" dt="2025-06-03T15:48:32.458" v="2" actId="962"/>
          <ac:grpSpMkLst>
            <pc:docMk/>
            <pc:sldMk cId="1185383279" sldId="286"/>
            <ac:grpSpMk id="2" creationId="{D8B13CCC-7996-AEE2-018C-9324732FBF0E}"/>
          </ac:grpSpMkLst>
        </pc:grpChg>
        <pc:picChg chg="mod">
          <ac:chgData name="Robert Carucci" userId="5be546eb-4763-4194-b93d-35346ec02cb5" providerId="ADAL" clId="{80FA4A73-7336-4310-8922-7F909728B756}" dt="2025-06-03T15:48:32.458" v="2" actId="962"/>
          <ac:picMkLst>
            <pc:docMk/>
            <pc:sldMk cId="1185383279" sldId="286"/>
            <ac:picMk id="20" creationId="{678E3416-C686-FDF0-8A3E-CD856CD99F05}"/>
          </ac:picMkLst>
        </pc:picChg>
        <pc:picChg chg="mod">
          <ac:chgData name="Robert Carucci" userId="5be546eb-4763-4194-b93d-35346ec02cb5" providerId="ADAL" clId="{80FA4A73-7336-4310-8922-7F909728B756}" dt="2025-06-11T02:34:59.740" v="272" actId="1038"/>
          <ac:picMkLst>
            <pc:docMk/>
            <pc:sldMk cId="1185383279" sldId="286"/>
            <ac:picMk id="23" creationId="{9774AC32-66C6-2C48-3131-50BB390389F2}"/>
          </ac:picMkLst>
        </pc:picChg>
        <pc:cxnChg chg="mod">
          <ac:chgData name="Robert Carucci" userId="5be546eb-4763-4194-b93d-35346ec02cb5" providerId="ADAL" clId="{80FA4A73-7336-4310-8922-7F909728B756}" dt="2025-06-03T15:48:32.458" v="2" actId="962"/>
          <ac:cxnSpMkLst>
            <pc:docMk/>
            <pc:sldMk cId="1185383279" sldId="286"/>
            <ac:cxnSpMk id="6" creationId="{BCF1E475-552D-A49B-CD52-9D05258B07D1}"/>
          </ac:cxnSpMkLst>
        </pc:cxnChg>
        <pc:cxnChg chg="mod">
          <ac:chgData name="Robert Carucci" userId="5be546eb-4763-4194-b93d-35346ec02cb5" providerId="ADAL" clId="{80FA4A73-7336-4310-8922-7F909728B756}" dt="2025-06-03T15:48:32.458" v="2" actId="962"/>
          <ac:cxnSpMkLst>
            <pc:docMk/>
            <pc:sldMk cId="1185383279" sldId="286"/>
            <ac:cxnSpMk id="8" creationId="{B09F8DE2-A8D5-629F-28CC-BD9F02AA4D95}"/>
          </ac:cxnSpMkLst>
        </pc:cxnChg>
      </pc:sldChg>
      <pc:sldChg chg="addSp delSp modSp mod">
        <pc:chgData name="Robert Carucci" userId="5be546eb-4763-4194-b93d-35346ec02cb5" providerId="ADAL" clId="{80FA4A73-7336-4310-8922-7F909728B756}" dt="2025-06-03T18:52:24.104" v="255"/>
        <pc:sldMkLst>
          <pc:docMk/>
          <pc:sldMk cId="3242726822" sldId="287"/>
        </pc:sldMkLst>
        <pc:spChg chg="mod">
          <ac:chgData name="Robert Carucci" userId="5be546eb-4763-4194-b93d-35346ec02cb5" providerId="ADAL" clId="{80FA4A73-7336-4310-8922-7F909728B756}" dt="2025-06-03T15:50:07.925" v="30" actId="20577"/>
          <ac:spMkLst>
            <pc:docMk/>
            <pc:sldMk cId="3242726822" sldId="287"/>
            <ac:spMk id="3" creationId="{A4A70DD7-F6C8-3576-23A6-EAB31FB526E5}"/>
          </ac:spMkLst>
        </pc:spChg>
        <pc:picChg chg="mod">
          <ac:chgData name="Robert Carucci" userId="5be546eb-4763-4194-b93d-35346ec02cb5" providerId="ADAL" clId="{80FA4A73-7336-4310-8922-7F909728B756}" dt="2025-06-03T16:18:05.071" v="98" actId="14826"/>
          <ac:picMkLst>
            <pc:docMk/>
            <pc:sldMk cId="3242726822" sldId="287"/>
            <ac:picMk id="10" creationId="{F5F06B96-A1E5-54E0-A41E-19E0FE694EB8}"/>
          </ac:picMkLst>
        </pc:picChg>
      </pc:sldChg>
      <pc:sldChg chg="addSp delSp modSp mod">
        <pc:chgData name="Robert Carucci" userId="5be546eb-4763-4194-b93d-35346ec02cb5" providerId="ADAL" clId="{80FA4A73-7336-4310-8922-7F909728B756}" dt="2025-06-03T18:48:35.281" v="245"/>
        <pc:sldMkLst>
          <pc:docMk/>
          <pc:sldMk cId="477563929" sldId="288"/>
        </pc:sldMkLst>
        <pc:spChg chg="add mod">
          <ac:chgData name="Robert Carucci" userId="5be546eb-4763-4194-b93d-35346ec02cb5" providerId="ADAL" clId="{80FA4A73-7336-4310-8922-7F909728B756}" dt="2025-06-03T18:48:35.281" v="245"/>
          <ac:spMkLst>
            <pc:docMk/>
            <pc:sldMk cId="477563929" sldId="288"/>
            <ac:spMk id="4" creationId="{1BA599C1-44A0-292D-D56C-EDA12066FF08}"/>
          </ac:spMkLst>
        </pc:spChg>
        <pc:picChg chg="mod">
          <ac:chgData name="Robert Carucci" userId="5be546eb-4763-4194-b93d-35346ec02cb5" providerId="ADAL" clId="{80FA4A73-7336-4310-8922-7F909728B756}" dt="2025-06-03T16:14:43.566" v="70" actId="14826"/>
          <ac:picMkLst>
            <pc:docMk/>
            <pc:sldMk cId="477563929" sldId="288"/>
            <ac:picMk id="17" creationId="{D75B3C04-85A2-0917-81B5-AE7035A83086}"/>
          </ac:picMkLst>
        </pc:picChg>
      </pc:sldChg>
      <pc:sldChg chg="addSp delSp modSp mod">
        <pc:chgData name="Robert Carucci" userId="5be546eb-4763-4194-b93d-35346ec02cb5" providerId="ADAL" clId="{80FA4A73-7336-4310-8922-7F909728B756}" dt="2025-06-03T18:49:08.998" v="250" actId="14826"/>
        <pc:sldMkLst>
          <pc:docMk/>
          <pc:sldMk cId="3092951088" sldId="289"/>
        </pc:sldMkLst>
        <pc:picChg chg="mod">
          <ac:chgData name="Robert Carucci" userId="5be546eb-4763-4194-b93d-35346ec02cb5" providerId="ADAL" clId="{80FA4A73-7336-4310-8922-7F909728B756}" dt="2025-06-03T16:16:34.237" v="80" actId="14826"/>
          <ac:picMkLst>
            <pc:docMk/>
            <pc:sldMk cId="3092951088" sldId="289"/>
            <ac:picMk id="19" creationId="{237D4232-08F5-7F03-CA3B-8B7D68149181}"/>
          </ac:picMkLst>
        </pc:picChg>
      </pc:sldChg>
      <pc:sldChg chg="addSp delSp modSp mod">
        <pc:chgData name="Robert Carucci" userId="5be546eb-4763-4194-b93d-35346ec02cb5" providerId="ADAL" clId="{80FA4A73-7336-4310-8922-7F909728B756}" dt="2025-06-03T18:51:48.761" v="253" actId="14826"/>
        <pc:sldMkLst>
          <pc:docMk/>
          <pc:sldMk cId="2494822564" sldId="290"/>
        </pc:sldMkLst>
        <pc:picChg chg="mod">
          <ac:chgData name="Robert Carucci" userId="5be546eb-4763-4194-b93d-35346ec02cb5" providerId="ADAL" clId="{80FA4A73-7336-4310-8922-7F909728B756}" dt="2025-06-03T16:17:28.872" v="88" actId="14826"/>
          <ac:picMkLst>
            <pc:docMk/>
            <pc:sldMk cId="2494822564" sldId="290"/>
            <ac:picMk id="17" creationId="{3F768091-E321-12E9-4AA8-60644146CA4D}"/>
          </ac:picMkLst>
        </pc:picChg>
      </pc:sldChg>
    </pc:docChg>
  </pc:docChgLst>
  <pc:docChgLst>
    <pc:chgData name="Robert Carucci" userId="S::rcarucci@hackensackpd.org::5be546eb-4763-4194-b93d-35346ec02cb5" providerId="AD" clId="Web-{B8552B0B-8581-3173-58F8-54EDC25311D1}"/>
    <pc:docChg chg="modSld">
      <pc:chgData name="Robert Carucci" userId="S::rcarucci@hackensackpd.org::5be546eb-4763-4194-b93d-35346ec02cb5" providerId="AD" clId="Web-{B8552B0B-8581-3173-58F8-54EDC25311D1}" dt="2025-06-21T06:20:02.392" v="5" actId="14100"/>
      <pc:docMkLst>
        <pc:docMk/>
      </pc:docMkLst>
      <pc:sldChg chg="modSp">
        <pc:chgData name="Robert Carucci" userId="S::rcarucci@hackensackpd.org::5be546eb-4763-4194-b93d-35346ec02cb5" providerId="AD" clId="Web-{B8552B0B-8581-3173-58F8-54EDC25311D1}" dt="2025-06-21T06:20:02.392" v="5" actId="14100"/>
        <pc:sldMkLst>
          <pc:docMk/>
          <pc:sldMk cId="1185383279" sldId="286"/>
        </pc:sldMkLst>
        <pc:picChg chg="mod">
          <ac:chgData name="Robert Carucci" userId="S::rcarucci@hackensackpd.org::5be546eb-4763-4194-b93d-35346ec02cb5" providerId="AD" clId="Web-{B8552B0B-8581-3173-58F8-54EDC25311D1}" dt="2025-06-21T06:20:02.392" v="5" actId="14100"/>
          <ac:picMkLst>
            <pc:docMk/>
            <pc:sldMk cId="1185383279" sldId="286"/>
            <ac:picMk id="5" creationId="{25A300D5-B6AD-3949-F90A-C68CDDBB34D0}"/>
          </ac:picMkLst>
        </pc:picChg>
        <pc:picChg chg="mod">
          <ac:chgData name="Robert Carucci" userId="S::rcarucci@hackensackpd.org::5be546eb-4763-4194-b93d-35346ec02cb5" providerId="AD" clId="Web-{B8552B0B-8581-3173-58F8-54EDC25311D1}" dt="2025-06-21T06:19:56.001" v="4" actId="14100"/>
          <ac:picMkLst>
            <pc:docMk/>
            <pc:sldMk cId="1185383279" sldId="286"/>
            <ac:picMk id="23" creationId="{9774AC32-66C6-2C48-3131-50BB390389F2}"/>
          </ac:picMkLst>
        </pc:picChg>
      </pc:sldChg>
    </pc:docChg>
  </pc:docChgLst>
  <pc:docChgLst>
    <pc:chgData name="Robert Carucci" userId="S::rcarucci@hackensackpd.org::5be546eb-4763-4194-b93d-35346ec02cb5" providerId="AD" clId="Web-{6B0B8DDE-0933-DD39-3FBB-3AB83D40564B}"/>
    <pc:docChg chg="modSld">
      <pc:chgData name="Robert Carucci" userId="S::rcarucci@hackensackpd.org::5be546eb-4763-4194-b93d-35346ec02cb5" providerId="AD" clId="Web-{6B0B8DDE-0933-DD39-3FBB-3AB83D40564B}" dt="2025-06-10T22:54:48.262" v="0"/>
      <pc:docMkLst>
        <pc:docMk/>
      </pc:docMkLst>
      <pc:sldChg chg="delSp">
        <pc:chgData name="Robert Carucci" userId="S::rcarucci@hackensackpd.org::5be546eb-4763-4194-b93d-35346ec02cb5" providerId="AD" clId="Web-{6B0B8DDE-0933-DD39-3FBB-3AB83D40564B}" dt="2025-06-10T22:54:48.262" v="0"/>
        <pc:sldMkLst>
          <pc:docMk/>
          <pc:sldMk cId="1185383279" sldId="286"/>
        </pc:sldMkLst>
      </pc:sldChg>
    </pc:docChg>
  </pc:docChgLst>
  <pc:docChgLst>
    <pc:chgData name="Robert Carucci" userId="5be546eb-4763-4194-b93d-35346ec02cb5" providerId="ADAL" clId="{AD067443-52BB-420A-8A06-58C061E6300C}"/>
    <pc:docChg chg="undo custSel addSld delSld modSld">
      <pc:chgData name="Robert Carucci" userId="5be546eb-4763-4194-b93d-35346ec02cb5" providerId="ADAL" clId="{AD067443-52BB-420A-8A06-58C061E6300C}" dt="2025-06-18T20:35:30.172" v="102" actId="14826"/>
      <pc:docMkLst>
        <pc:docMk/>
      </pc:docMkLst>
      <pc:sldChg chg="addSp delSp modSp mod">
        <pc:chgData name="Robert Carucci" userId="5be546eb-4763-4194-b93d-35346ec02cb5" providerId="ADAL" clId="{AD067443-52BB-420A-8A06-58C061E6300C}" dt="2025-06-18T20:33:55.584" v="78" actId="14826"/>
        <pc:sldMkLst>
          <pc:docMk/>
          <pc:sldMk cId="1185383279" sldId="286"/>
        </pc:sldMkLst>
        <pc:spChg chg="add del mod">
          <ac:chgData name="Robert Carucci" userId="5be546eb-4763-4194-b93d-35346ec02cb5" providerId="ADAL" clId="{AD067443-52BB-420A-8A06-58C061E6300C}" dt="2025-06-18T17:56:33.105" v="43"/>
          <ac:spMkLst>
            <pc:docMk/>
            <pc:sldMk cId="1185383279" sldId="286"/>
            <ac:spMk id="10" creationId="{554D8097-F30A-38C5-7A0E-3D9FEB801CD8}"/>
          </ac:spMkLst>
        </pc:spChg>
        <pc:spChg chg="add del mod">
          <ac:chgData name="Robert Carucci" userId="5be546eb-4763-4194-b93d-35346ec02cb5" providerId="ADAL" clId="{AD067443-52BB-420A-8A06-58C061E6300C}" dt="2025-06-18T17:56:33.106" v="45"/>
          <ac:spMkLst>
            <pc:docMk/>
            <pc:sldMk cId="1185383279" sldId="286"/>
            <ac:spMk id="12" creationId="{3E8A7203-6537-7C6E-D623-88195EAA87B3}"/>
          </ac:spMkLst>
        </pc:spChg>
        <pc:spChg chg="add mod">
          <ac:chgData name="Robert Carucci" userId="5be546eb-4763-4194-b93d-35346ec02cb5" providerId="ADAL" clId="{AD067443-52BB-420A-8A06-58C061E6300C}" dt="2025-06-18T17:58:12.650" v="64" actId="113"/>
          <ac:spMkLst>
            <pc:docMk/>
            <pc:sldMk cId="1185383279" sldId="286"/>
            <ac:spMk id="16" creationId="{65F1AA1A-6D67-DC47-9B2C-FCCDA024A966}"/>
          </ac:spMkLst>
        </pc:spChg>
        <pc:picChg chg="add mod">
          <ac:chgData name="Robert Carucci" userId="5be546eb-4763-4194-b93d-35346ec02cb5" providerId="ADAL" clId="{AD067443-52BB-420A-8A06-58C061E6300C}" dt="2025-06-18T17:47:37.106" v="27" actId="14826"/>
          <ac:picMkLst>
            <pc:docMk/>
            <pc:sldMk cId="1185383279" sldId="286"/>
            <ac:picMk id="5" creationId="{25A300D5-B6AD-3949-F90A-C68CDDBB34D0}"/>
          </ac:picMkLst>
        </pc:picChg>
        <pc:picChg chg="add del mod">
          <ac:chgData name="Robert Carucci" userId="5be546eb-4763-4194-b93d-35346ec02cb5" providerId="ADAL" clId="{AD067443-52BB-420A-8A06-58C061E6300C}" dt="2025-06-18T20:33:51.791" v="77" actId="21"/>
          <ac:picMkLst>
            <pc:docMk/>
            <pc:sldMk cId="1185383279" sldId="286"/>
            <ac:picMk id="7" creationId="{40056F5F-AB9C-E2CC-A600-64F28F1BC2EC}"/>
          </ac:picMkLst>
        </pc:picChg>
        <pc:picChg chg="add del mod">
          <ac:chgData name="Robert Carucci" userId="5be546eb-4763-4194-b93d-35346ec02cb5" providerId="ADAL" clId="{AD067443-52BB-420A-8A06-58C061E6300C}" dt="2025-06-18T17:47:34.133" v="26" actId="21"/>
          <ac:picMkLst>
            <pc:docMk/>
            <pc:sldMk cId="1185383279" sldId="286"/>
            <ac:picMk id="9" creationId="{2B49E755-24F9-E41B-B4E7-3A9DB7AC6DB1}"/>
          </ac:picMkLst>
        </pc:picChg>
        <pc:picChg chg="mod">
          <ac:chgData name="Robert Carucci" userId="5be546eb-4763-4194-b93d-35346ec02cb5" providerId="ADAL" clId="{AD067443-52BB-420A-8A06-58C061E6300C}" dt="2025-06-18T20:33:55.584" v="78" actId="14826"/>
          <ac:picMkLst>
            <pc:docMk/>
            <pc:sldMk cId="1185383279" sldId="286"/>
            <ac:picMk id="23" creationId="{9774AC32-66C6-2C48-3131-50BB390389F2}"/>
          </ac:picMkLst>
        </pc:picChg>
      </pc:sldChg>
      <pc:sldChg chg="addSp delSp modSp mod">
        <pc:chgData name="Robert Carucci" userId="5be546eb-4763-4194-b93d-35346ec02cb5" providerId="ADAL" clId="{AD067443-52BB-420A-8A06-58C061E6300C}" dt="2025-06-18T20:34:22.837" v="87" actId="1038"/>
        <pc:sldMkLst>
          <pc:docMk/>
          <pc:sldMk cId="3242726822" sldId="287"/>
        </pc:sldMkLst>
        <pc:spChg chg="del">
          <ac:chgData name="Robert Carucci" userId="5be546eb-4763-4194-b93d-35346ec02cb5" providerId="ADAL" clId="{AD067443-52BB-420A-8A06-58C061E6300C}" dt="2025-06-18T17:41:23.430" v="4" actId="478"/>
          <ac:spMkLst>
            <pc:docMk/>
            <pc:sldMk cId="3242726822" sldId="287"/>
            <ac:spMk id="12" creationId="{19625543-E1CE-B023-7FD1-082A61DC6430}"/>
          </ac:spMkLst>
        </pc:spChg>
        <pc:spChg chg="add mod">
          <ac:chgData name="Robert Carucci" userId="5be546eb-4763-4194-b93d-35346ec02cb5" providerId="ADAL" clId="{AD067443-52BB-420A-8A06-58C061E6300C}" dt="2025-06-18T18:01:32.111" v="73" actId="1076"/>
          <ac:spMkLst>
            <pc:docMk/>
            <pc:sldMk cId="3242726822" sldId="287"/>
            <ac:spMk id="17" creationId="{68ECC69C-68EB-EAFF-6C79-2CC12203CFBE}"/>
          </ac:spMkLst>
        </pc:spChg>
        <pc:picChg chg="add del mod">
          <ac:chgData name="Robert Carucci" userId="5be546eb-4763-4194-b93d-35346ec02cb5" providerId="ADAL" clId="{AD067443-52BB-420A-8A06-58C061E6300C}" dt="2025-06-18T20:34:15.616" v="82" actId="21"/>
          <ac:picMkLst>
            <pc:docMk/>
            <pc:sldMk cId="3242726822" sldId="287"/>
            <ac:picMk id="5" creationId="{77523A6C-1721-C01E-7EF8-328C0BE42E28}"/>
          </ac:picMkLst>
        </pc:picChg>
        <pc:picChg chg="add del mod">
          <ac:chgData name="Robert Carucci" userId="5be546eb-4763-4194-b93d-35346ec02cb5" providerId="ADAL" clId="{AD067443-52BB-420A-8A06-58C061E6300C}" dt="2025-06-18T17:41:13.215" v="3" actId="21"/>
          <ac:picMkLst>
            <pc:docMk/>
            <pc:sldMk cId="3242726822" sldId="287"/>
            <ac:picMk id="5" creationId="{CC6FE36F-8953-4A9F-A792-0BD58E22B1FD}"/>
          </ac:picMkLst>
        </pc:picChg>
        <pc:picChg chg="add mod">
          <ac:chgData name="Robert Carucci" userId="5be546eb-4763-4194-b93d-35346ec02cb5" providerId="ADAL" clId="{AD067443-52BB-420A-8A06-58C061E6300C}" dt="2025-06-18T17:47:18.352" v="22" actId="14826"/>
          <ac:picMkLst>
            <pc:docMk/>
            <pc:sldMk cId="3242726822" sldId="287"/>
            <ac:picMk id="7" creationId="{A111240A-7B0E-CC35-1D95-3A4555B4B7E6}"/>
          </ac:picMkLst>
        </pc:picChg>
        <pc:picChg chg="mod">
          <ac:chgData name="Robert Carucci" userId="5be546eb-4763-4194-b93d-35346ec02cb5" providerId="ADAL" clId="{AD067443-52BB-420A-8A06-58C061E6300C}" dt="2025-06-18T20:34:22.837" v="87" actId="1038"/>
          <ac:picMkLst>
            <pc:docMk/>
            <pc:sldMk cId="3242726822" sldId="287"/>
            <ac:picMk id="10" creationId="{F5F06B96-A1E5-54E0-A41E-19E0FE694EB8}"/>
          </ac:picMkLst>
        </pc:picChg>
        <pc:picChg chg="add del mod">
          <ac:chgData name="Robert Carucci" userId="5be546eb-4763-4194-b93d-35346ec02cb5" providerId="ADAL" clId="{AD067443-52BB-420A-8A06-58C061E6300C}" dt="2025-06-18T17:47:14.194" v="21" actId="21"/>
          <ac:picMkLst>
            <pc:docMk/>
            <pc:sldMk cId="3242726822" sldId="287"/>
            <ac:picMk id="13" creationId="{1510F3B3-42A2-430D-17F9-1F04F1114A79}"/>
          </ac:picMkLst>
        </pc:picChg>
      </pc:sldChg>
      <pc:sldChg chg="addSp delSp modSp mod">
        <pc:chgData name="Robert Carucci" userId="5be546eb-4763-4194-b93d-35346ec02cb5" providerId="ADAL" clId="{AD067443-52BB-420A-8A06-58C061E6300C}" dt="2025-06-18T20:35:30.172" v="102" actId="14826"/>
        <pc:sldMkLst>
          <pc:docMk/>
          <pc:sldMk cId="477563929" sldId="288"/>
        </pc:sldMkLst>
        <pc:picChg chg="add del mod">
          <ac:chgData name="Robert Carucci" userId="5be546eb-4763-4194-b93d-35346ec02cb5" providerId="ADAL" clId="{AD067443-52BB-420A-8A06-58C061E6300C}" dt="2025-06-18T20:35:25.801" v="101" actId="21"/>
          <ac:picMkLst>
            <pc:docMk/>
            <pc:sldMk cId="477563929" sldId="288"/>
            <ac:picMk id="7" creationId="{FD1DB1DD-7389-AE5E-593D-F1188077E2E8}"/>
          </ac:picMkLst>
        </pc:picChg>
        <pc:picChg chg="mod">
          <ac:chgData name="Robert Carucci" userId="5be546eb-4763-4194-b93d-35346ec02cb5" providerId="ADAL" clId="{AD067443-52BB-420A-8A06-58C061E6300C}" dt="2025-06-18T20:35:30.172" v="102" actId="14826"/>
          <ac:picMkLst>
            <pc:docMk/>
            <pc:sldMk cId="477563929" sldId="288"/>
            <ac:picMk id="17" creationId="{D75B3C04-85A2-0917-81B5-AE7035A83086}"/>
          </ac:picMkLst>
        </pc:picChg>
      </pc:sldChg>
      <pc:sldChg chg="addSp delSp modSp add del mod">
        <pc:chgData name="Robert Carucci" userId="5be546eb-4763-4194-b93d-35346ec02cb5" providerId="ADAL" clId="{AD067443-52BB-420A-8A06-58C061E6300C}" dt="2025-06-18T20:35:13.841" v="97" actId="14826"/>
        <pc:sldMkLst>
          <pc:docMk/>
          <pc:sldMk cId="3092951088" sldId="289"/>
        </pc:sldMkLst>
        <pc:spChg chg="add mod">
          <ac:chgData name="Robert Carucci" userId="5be546eb-4763-4194-b93d-35346ec02cb5" providerId="ADAL" clId="{AD067443-52BB-420A-8A06-58C061E6300C}" dt="2025-06-18T17:48:00.889" v="32"/>
          <ac:spMkLst>
            <pc:docMk/>
            <pc:sldMk cId="3092951088" sldId="289"/>
            <ac:spMk id="4" creationId="{D7ECC921-D57A-DA55-1923-68339D38E0A0}"/>
          </ac:spMkLst>
        </pc:spChg>
        <pc:spChg chg="del">
          <ac:chgData name="Robert Carucci" userId="5be546eb-4763-4194-b93d-35346ec02cb5" providerId="ADAL" clId="{AD067443-52BB-420A-8A06-58C061E6300C}" dt="2025-06-18T17:55:54.002" v="35" actId="478"/>
          <ac:spMkLst>
            <pc:docMk/>
            <pc:sldMk cId="3092951088" sldId="289"/>
            <ac:spMk id="21" creationId="{C288BEE4-55BD-90D4-E0F9-890A59257E19}"/>
          </ac:spMkLst>
        </pc:spChg>
        <pc:picChg chg="add del mod">
          <ac:chgData name="Robert Carucci" userId="5be546eb-4763-4194-b93d-35346ec02cb5" providerId="ADAL" clId="{AD067443-52BB-420A-8A06-58C061E6300C}" dt="2025-06-18T20:35:09.845" v="96" actId="21"/>
          <ac:picMkLst>
            <pc:docMk/>
            <pc:sldMk cId="3092951088" sldId="289"/>
            <ac:picMk id="7" creationId="{0F54F809-86E7-7120-2FB8-558990FEFD31}"/>
          </ac:picMkLst>
        </pc:picChg>
        <pc:picChg chg="del">
          <ac:chgData name="Robert Carucci" userId="5be546eb-4763-4194-b93d-35346ec02cb5" providerId="ADAL" clId="{AD067443-52BB-420A-8A06-58C061E6300C}" dt="2025-06-18T17:47:51.424" v="31" actId="478"/>
          <ac:picMkLst>
            <pc:docMk/>
            <pc:sldMk cId="3092951088" sldId="289"/>
            <ac:picMk id="10" creationId="{535F5F85-C538-D984-3D10-CF520A9B4407}"/>
          </ac:picMkLst>
        </pc:picChg>
        <pc:picChg chg="mod">
          <ac:chgData name="Robert Carucci" userId="5be546eb-4763-4194-b93d-35346ec02cb5" providerId="ADAL" clId="{AD067443-52BB-420A-8A06-58C061E6300C}" dt="2025-06-18T20:35:13.841" v="97" actId="14826"/>
          <ac:picMkLst>
            <pc:docMk/>
            <pc:sldMk cId="3092951088" sldId="289"/>
            <ac:picMk id="19" creationId="{237D4232-08F5-7F03-CA3B-8B7D68149181}"/>
          </ac:picMkLst>
        </pc:picChg>
      </pc:sldChg>
      <pc:sldChg chg="addSp delSp modSp mod">
        <pc:chgData name="Robert Carucci" userId="5be546eb-4763-4194-b93d-35346ec02cb5" providerId="ADAL" clId="{AD067443-52BB-420A-8A06-58C061E6300C}" dt="2025-06-18T20:34:49.192" v="92" actId="14826"/>
        <pc:sldMkLst>
          <pc:docMk/>
          <pc:sldMk cId="2494822564" sldId="290"/>
        </pc:sldMkLst>
        <pc:spChg chg="add mod">
          <ac:chgData name="Robert Carucci" userId="5be546eb-4763-4194-b93d-35346ec02cb5" providerId="ADAL" clId="{AD067443-52BB-420A-8A06-58C061E6300C}" dt="2025-06-18T17:48:07.393" v="33"/>
          <ac:spMkLst>
            <pc:docMk/>
            <pc:sldMk cId="2494822564" sldId="290"/>
            <ac:spMk id="4" creationId="{EC67B11D-9D1D-47F7-4DDB-5214B05C8D24}"/>
          </ac:spMkLst>
        </pc:spChg>
        <pc:spChg chg="del">
          <ac:chgData name="Robert Carucci" userId="5be546eb-4763-4194-b93d-35346ec02cb5" providerId="ADAL" clId="{AD067443-52BB-420A-8A06-58C061E6300C}" dt="2025-06-18T17:48:15.930" v="34" actId="478"/>
          <ac:spMkLst>
            <pc:docMk/>
            <pc:sldMk cId="2494822564" sldId="290"/>
            <ac:spMk id="21" creationId="{475FE58B-3314-BAFD-AF4D-F22E22BFC67D}"/>
          </ac:spMkLst>
        </pc:spChg>
        <pc:picChg chg="add del mod">
          <ac:chgData name="Robert Carucci" userId="5be546eb-4763-4194-b93d-35346ec02cb5" providerId="ADAL" clId="{AD067443-52BB-420A-8A06-58C061E6300C}" dt="2025-06-18T20:34:45.597" v="91" actId="21"/>
          <ac:picMkLst>
            <pc:docMk/>
            <pc:sldMk cId="2494822564" sldId="290"/>
            <ac:picMk id="7" creationId="{DB7EB888-4331-CFBC-0507-02A60450FE1E}"/>
          </ac:picMkLst>
        </pc:picChg>
        <pc:picChg chg="del">
          <ac:chgData name="Robert Carucci" userId="5be546eb-4763-4194-b93d-35346ec02cb5" providerId="ADAL" clId="{AD067443-52BB-420A-8A06-58C061E6300C}" dt="2025-06-18T17:47:44.509" v="28" actId="478"/>
          <ac:picMkLst>
            <pc:docMk/>
            <pc:sldMk cId="2494822564" sldId="290"/>
            <ac:picMk id="16" creationId="{49AE32CB-754D-5033-1352-3B899A22C0B7}"/>
          </ac:picMkLst>
        </pc:picChg>
        <pc:picChg chg="mod">
          <ac:chgData name="Robert Carucci" userId="5be546eb-4763-4194-b93d-35346ec02cb5" providerId="ADAL" clId="{AD067443-52BB-420A-8A06-58C061E6300C}" dt="2025-06-18T20:34:49.192" v="92" actId="14826"/>
          <ac:picMkLst>
            <pc:docMk/>
            <pc:sldMk cId="2494822564" sldId="290"/>
            <ac:picMk id="17" creationId="{3F768091-E321-12E9-4AA8-60644146CA4D}"/>
          </ac:picMkLst>
        </pc:picChg>
      </pc:sldChg>
    </pc:docChg>
  </pc:docChgLst>
  <pc:docChgLst>
    <pc:chgData name="Robert Carucci" userId="5be546eb-4763-4194-b93d-35346ec02cb5" providerId="ADAL" clId="{2E5EEE3C-15FE-4F0C-82C3-7FF7428509BA}"/>
    <pc:docChg chg="undo custSel modSld">
      <pc:chgData name="Robert Carucci" userId="5be546eb-4763-4194-b93d-35346ec02cb5" providerId="ADAL" clId="{2E5EEE3C-15FE-4F0C-82C3-7FF7428509BA}" dt="2025-05-21T18:07:14.970" v="152" actId="14100"/>
      <pc:docMkLst>
        <pc:docMk/>
      </pc:docMkLst>
      <pc:sldChg chg="addSp delSp modSp mod">
        <pc:chgData name="Robert Carucci" userId="5be546eb-4763-4194-b93d-35346ec02cb5" providerId="ADAL" clId="{2E5EEE3C-15FE-4F0C-82C3-7FF7428509BA}" dt="2025-05-21T18:06:01.083" v="139" actId="14100"/>
        <pc:sldMkLst>
          <pc:docMk/>
          <pc:sldMk cId="1185383279" sldId="286"/>
        </pc:sldMkLst>
        <pc:picChg chg="mod">
          <ac:chgData name="Robert Carucci" userId="5be546eb-4763-4194-b93d-35346ec02cb5" providerId="ADAL" clId="{2E5EEE3C-15FE-4F0C-82C3-7FF7428509BA}" dt="2025-05-21T17:24:42.459" v="66" actId="14826"/>
          <ac:picMkLst>
            <pc:docMk/>
            <pc:sldMk cId="1185383279" sldId="286"/>
            <ac:picMk id="23" creationId="{9774AC32-66C6-2C48-3131-50BB390389F2}"/>
          </ac:picMkLst>
        </pc:picChg>
      </pc:sldChg>
      <pc:sldChg chg="addSp delSp modSp mod">
        <pc:chgData name="Robert Carucci" userId="5be546eb-4763-4194-b93d-35346ec02cb5" providerId="ADAL" clId="{2E5EEE3C-15FE-4F0C-82C3-7FF7428509BA}" dt="2025-05-21T18:07:14.970" v="152" actId="14100"/>
        <pc:sldMkLst>
          <pc:docMk/>
          <pc:sldMk cId="3242726822" sldId="287"/>
        </pc:sldMkLst>
        <pc:picChg chg="mod">
          <ac:chgData name="Robert Carucci" userId="5be546eb-4763-4194-b93d-35346ec02cb5" providerId="ADAL" clId="{2E5EEE3C-15FE-4F0C-82C3-7FF7428509BA}" dt="2025-05-21T17:25:07.938" v="71" actId="14826"/>
          <ac:picMkLst>
            <pc:docMk/>
            <pc:sldMk cId="3242726822" sldId="287"/>
            <ac:picMk id="10" creationId="{F5F06B96-A1E5-54E0-A41E-19E0FE694EB8}"/>
          </ac:picMkLst>
        </pc:picChg>
      </pc:sldChg>
      <pc:sldChg chg="addSp delSp modSp mod">
        <pc:chgData name="Robert Carucci" userId="5be546eb-4763-4194-b93d-35346ec02cb5" providerId="ADAL" clId="{2E5EEE3C-15FE-4F0C-82C3-7FF7428509BA}" dt="2025-05-21T18:06:40.956" v="148" actId="1076"/>
        <pc:sldMkLst>
          <pc:docMk/>
          <pc:sldMk cId="477563929" sldId="288"/>
        </pc:sldMkLst>
        <pc:spChg chg="mod">
          <ac:chgData name="Robert Carucci" userId="5be546eb-4763-4194-b93d-35346ec02cb5" providerId="ADAL" clId="{2E5EEE3C-15FE-4F0C-82C3-7FF7428509BA}" dt="2025-05-21T18:06:25.619" v="144" actId="403"/>
          <ac:spMkLst>
            <pc:docMk/>
            <pc:sldMk cId="477563929" sldId="288"/>
            <ac:spMk id="3" creationId="{B5B63965-D5CA-2549-2701-0EC597466C2F}"/>
          </ac:spMkLst>
        </pc:spChg>
        <pc:spChg chg="mod">
          <ac:chgData name="Robert Carucci" userId="5be546eb-4763-4194-b93d-35346ec02cb5" providerId="ADAL" clId="{2E5EEE3C-15FE-4F0C-82C3-7FF7428509BA}" dt="2025-05-21T18:06:25.619" v="144" actId="403"/>
          <ac:spMkLst>
            <pc:docMk/>
            <pc:sldMk cId="477563929" sldId="288"/>
            <ac:spMk id="11" creationId="{B5DFEEA4-8196-664A-FF30-814A8A0A4171}"/>
          </ac:spMkLst>
        </pc:spChg>
        <pc:spChg chg="mod">
          <ac:chgData name="Robert Carucci" userId="5be546eb-4763-4194-b93d-35346ec02cb5" providerId="ADAL" clId="{2E5EEE3C-15FE-4F0C-82C3-7FF7428509BA}" dt="2025-05-21T18:06:25.619" v="144" actId="403"/>
          <ac:spMkLst>
            <pc:docMk/>
            <pc:sldMk cId="477563929" sldId="288"/>
            <ac:spMk id="14" creationId="{2926E1D0-2DD7-B7AE-4B23-2A7DF8AC0325}"/>
          </ac:spMkLst>
        </pc:spChg>
        <pc:spChg chg="mod">
          <ac:chgData name="Robert Carucci" userId="5be546eb-4763-4194-b93d-35346ec02cb5" providerId="ADAL" clId="{2E5EEE3C-15FE-4F0C-82C3-7FF7428509BA}" dt="2025-05-21T18:06:25.619" v="144" actId="403"/>
          <ac:spMkLst>
            <pc:docMk/>
            <pc:sldMk cId="477563929" sldId="288"/>
            <ac:spMk id="15" creationId="{FEA68C91-F7C1-9115-DC5F-D681C1DB668B}"/>
          </ac:spMkLst>
        </pc:spChg>
        <pc:picChg chg="mod">
          <ac:chgData name="Robert Carucci" userId="5be546eb-4763-4194-b93d-35346ec02cb5" providerId="ADAL" clId="{2E5EEE3C-15FE-4F0C-82C3-7FF7428509BA}" dt="2025-05-21T17:27:48.416" v="96" actId="14826"/>
          <ac:picMkLst>
            <pc:docMk/>
            <pc:sldMk cId="477563929" sldId="288"/>
            <ac:picMk id="17" creationId="{D75B3C04-85A2-0917-81B5-AE7035A83086}"/>
          </ac:picMkLst>
        </pc:picChg>
      </pc:sldChg>
      <pc:sldChg chg="addSp delSp modSp mod">
        <pc:chgData name="Robert Carucci" userId="5be546eb-4763-4194-b93d-35346ec02cb5" providerId="ADAL" clId="{2E5EEE3C-15FE-4F0C-82C3-7FF7428509BA}" dt="2025-05-21T18:04:23.538" v="116" actId="20577"/>
        <pc:sldMkLst>
          <pc:docMk/>
          <pc:sldMk cId="3092951088" sldId="289"/>
        </pc:sldMkLst>
        <pc:picChg chg="mod">
          <ac:chgData name="Robert Carucci" userId="5be546eb-4763-4194-b93d-35346ec02cb5" providerId="ADAL" clId="{2E5EEE3C-15FE-4F0C-82C3-7FF7428509BA}" dt="2025-05-21T17:27:27.687" v="91" actId="14826"/>
          <ac:picMkLst>
            <pc:docMk/>
            <pc:sldMk cId="3092951088" sldId="289"/>
            <ac:picMk id="19" creationId="{237D4232-08F5-7F03-CA3B-8B7D68149181}"/>
          </ac:picMkLst>
        </pc:picChg>
      </pc:sldChg>
      <pc:sldChg chg="addSp delSp modSp mod">
        <pc:chgData name="Robert Carucci" userId="5be546eb-4763-4194-b93d-35346ec02cb5" providerId="ADAL" clId="{2E5EEE3C-15FE-4F0C-82C3-7FF7428509BA}" dt="2025-05-21T18:05:50.829" v="138" actId="14100"/>
        <pc:sldMkLst>
          <pc:docMk/>
          <pc:sldMk cId="2494822564" sldId="290"/>
        </pc:sldMkLst>
        <pc:picChg chg="mod">
          <ac:chgData name="Robert Carucci" userId="5be546eb-4763-4194-b93d-35346ec02cb5" providerId="ADAL" clId="{2E5EEE3C-15FE-4F0C-82C3-7FF7428509BA}" dt="2025-05-21T17:26:32.539" v="81" actId="14826"/>
          <ac:picMkLst>
            <pc:docMk/>
            <pc:sldMk cId="2494822564" sldId="290"/>
            <ac:picMk id="17" creationId="{3F768091-E321-12E9-4AA8-60644146CA4D}"/>
          </ac:picMkLst>
        </pc:picChg>
      </pc:sldChg>
    </pc:docChg>
  </pc:docChgLst>
  <pc:docChgLst>
    <pc:chgData name="Robert Carucci" userId="5be546eb-4763-4194-b93d-35346ec02cb5" providerId="ADAL" clId="{2CCAE65D-8267-4F86-8F0A-BA803A734201}"/>
    <pc:docChg chg="undo custSel modSld sldOrd">
      <pc:chgData name="Robert Carucci" userId="5be546eb-4763-4194-b93d-35346ec02cb5" providerId="ADAL" clId="{2CCAE65D-8267-4F86-8F0A-BA803A734201}" dt="2025-05-06T18:50:21.351" v="1109" actId="1076"/>
      <pc:docMkLst>
        <pc:docMk/>
      </pc:docMkLst>
      <pc:sldChg chg="addSp delSp modSp mod">
        <pc:chgData name="Robert Carucci" userId="5be546eb-4763-4194-b93d-35346ec02cb5" providerId="ADAL" clId="{2CCAE65D-8267-4F86-8F0A-BA803A734201}" dt="2025-05-06T18:42:47.133" v="1032" actId="1076"/>
        <pc:sldMkLst>
          <pc:docMk/>
          <pc:sldMk cId="1185383279" sldId="286"/>
        </pc:sldMkLst>
        <pc:spChg chg="mod">
          <ac:chgData name="Robert Carucci" userId="5be546eb-4763-4194-b93d-35346ec02cb5" providerId="ADAL" clId="{2CCAE65D-8267-4F86-8F0A-BA803A734201}" dt="2025-05-06T18:02:08.508" v="793" actId="14100"/>
          <ac:spMkLst>
            <pc:docMk/>
            <pc:sldMk cId="1185383279" sldId="286"/>
            <ac:spMk id="3" creationId="{1DC413AF-7BDC-95C3-D7E3-FFEA18782840}"/>
          </ac:spMkLst>
        </pc:spChg>
        <pc:spChg chg="mod">
          <ac:chgData name="Robert Carucci" userId="5be546eb-4763-4194-b93d-35346ec02cb5" providerId="ADAL" clId="{2CCAE65D-8267-4F86-8F0A-BA803A734201}" dt="2025-05-06T18:02:29.151" v="830" actId="122"/>
          <ac:spMkLst>
            <pc:docMk/>
            <pc:sldMk cId="1185383279" sldId="286"/>
            <ac:spMk id="11" creationId="{D2E4D2F0-48AC-1E78-A65A-1C25D0D7E5D5}"/>
          </ac:spMkLst>
        </pc:spChg>
        <pc:picChg chg="add mod">
          <ac:chgData name="Robert Carucci" userId="5be546eb-4763-4194-b93d-35346ec02cb5" providerId="ADAL" clId="{2CCAE65D-8267-4F86-8F0A-BA803A734201}" dt="2025-05-06T18:05:44.957" v="1015" actId="14100"/>
          <ac:picMkLst>
            <pc:docMk/>
            <pc:sldMk cId="1185383279" sldId="286"/>
            <ac:picMk id="23" creationId="{9774AC32-66C6-2C48-3131-50BB390389F2}"/>
          </ac:picMkLst>
        </pc:picChg>
        <pc:cxnChg chg="mod">
          <ac:chgData name="Robert Carucci" userId="5be546eb-4763-4194-b93d-35346ec02cb5" providerId="ADAL" clId="{2CCAE65D-8267-4F86-8F0A-BA803A734201}" dt="2025-05-06T18:02:14.493" v="826" actId="1037"/>
          <ac:cxnSpMkLst>
            <pc:docMk/>
            <pc:sldMk cId="1185383279" sldId="286"/>
            <ac:cxnSpMk id="6" creationId="{BCF1E475-552D-A49B-CD52-9D05258B07D1}"/>
          </ac:cxnSpMkLst>
        </pc:cxnChg>
        <pc:cxnChg chg="mod">
          <ac:chgData name="Robert Carucci" userId="5be546eb-4763-4194-b93d-35346ec02cb5" providerId="ADAL" clId="{2CCAE65D-8267-4F86-8F0A-BA803A734201}" dt="2025-05-06T18:01:34.089" v="737" actId="1035"/>
          <ac:cxnSpMkLst>
            <pc:docMk/>
            <pc:sldMk cId="1185383279" sldId="286"/>
            <ac:cxnSpMk id="8" creationId="{B09F8DE2-A8D5-629F-28CC-BD9F02AA4D95}"/>
          </ac:cxnSpMkLst>
        </pc:cxnChg>
      </pc:sldChg>
      <pc:sldChg chg="addSp delSp modSp mod ord">
        <pc:chgData name="Robert Carucci" userId="5be546eb-4763-4194-b93d-35346ec02cb5" providerId="ADAL" clId="{2CCAE65D-8267-4F86-8F0A-BA803A734201}" dt="2025-05-06T18:49:53.943" v="1105" actId="14100"/>
        <pc:sldMkLst>
          <pc:docMk/>
          <pc:sldMk cId="3242726822" sldId="287"/>
        </pc:sldMkLst>
        <pc:spChg chg="mod">
          <ac:chgData name="Robert Carucci" userId="5be546eb-4763-4194-b93d-35346ec02cb5" providerId="ADAL" clId="{2CCAE65D-8267-4F86-8F0A-BA803A734201}" dt="2025-05-06T18:49:46.811" v="1104" actId="1035"/>
          <ac:spMkLst>
            <pc:docMk/>
            <pc:sldMk cId="3242726822" sldId="287"/>
            <ac:spMk id="3" creationId="{A4A70DD7-F6C8-3576-23A6-EAB31FB526E5}"/>
          </ac:spMkLst>
        </pc:spChg>
        <pc:spChg chg="mod">
          <ac:chgData name="Robert Carucci" userId="5be546eb-4763-4194-b93d-35346ec02cb5" providerId="ADAL" clId="{2CCAE65D-8267-4F86-8F0A-BA803A734201}" dt="2025-05-06T18:49:46.811" v="1104" actId="1035"/>
          <ac:spMkLst>
            <pc:docMk/>
            <pc:sldMk cId="3242726822" sldId="287"/>
            <ac:spMk id="11" creationId="{41C18280-889F-F719-F309-76204AA327DD}"/>
          </ac:spMkLst>
        </pc:spChg>
        <pc:picChg chg="add mod">
          <ac:chgData name="Robert Carucci" userId="5be546eb-4763-4194-b93d-35346ec02cb5" providerId="ADAL" clId="{2CCAE65D-8267-4F86-8F0A-BA803A734201}" dt="2025-05-06T18:05:50.468" v="1016" actId="14100"/>
          <ac:picMkLst>
            <pc:docMk/>
            <pc:sldMk cId="3242726822" sldId="287"/>
            <ac:picMk id="10" creationId="{F5F06B96-A1E5-54E0-A41E-19E0FE694EB8}"/>
          </ac:picMkLst>
        </pc:picChg>
        <pc:cxnChg chg="mod">
          <ac:chgData name="Robert Carucci" userId="5be546eb-4763-4194-b93d-35346ec02cb5" providerId="ADAL" clId="{2CCAE65D-8267-4F86-8F0A-BA803A734201}" dt="2025-05-06T18:04:20.073" v="986" actId="1037"/>
          <ac:cxnSpMkLst>
            <pc:docMk/>
            <pc:sldMk cId="3242726822" sldId="287"/>
            <ac:cxnSpMk id="6" creationId="{0E260A50-7860-AC5B-F3C9-EA300A045CD9}"/>
          </ac:cxnSpMkLst>
        </pc:cxnChg>
        <pc:cxnChg chg="mod">
          <ac:chgData name="Robert Carucci" userId="5be546eb-4763-4194-b93d-35346ec02cb5" providerId="ADAL" clId="{2CCAE65D-8267-4F86-8F0A-BA803A734201}" dt="2025-05-06T18:03:27.536" v="879" actId="1036"/>
          <ac:cxnSpMkLst>
            <pc:docMk/>
            <pc:sldMk cId="3242726822" sldId="287"/>
            <ac:cxnSpMk id="8" creationId="{F4B0AF47-4BE3-53C2-FFDE-A8D3DD0820FF}"/>
          </ac:cxnSpMkLst>
        </pc:cxnChg>
      </pc:sldChg>
      <pc:sldChg chg="addSp delSp modSp mod">
        <pc:chgData name="Robert Carucci" userId="5be546eb-4763-4194-b93d-35346ec02cb5" providerId="ADAL" clId="{2CCAE65D-8267-4F86-8F0A-BA803A734201}" dt="2025-05-06T18:50:11.839" v="1107" actId="403"/>
        <pc:sldMkLst>
          <pc:docMk/>
          <pc:sldMk cId="477563929" sldId="288"/>
        </pc:sldMkLst>
        <pc:spChg chg="mod">
          <ac:chgData name="Robert Carucci" userId="5be546eb-4763-4194-b93d-35346ec02cb5" providerId="ADAL" clId="{2CCAE65D-8267-4F86-8F0A-BA803A734201}" dt="2025-05-06T18:05:19.681" v="1012" actId="108"/>
          <ac:spMkLst>
            <pc:docMk/>
            <pc:sldMk cId="477563929" sldId="288"/>
            <ac:spMk id="3" creationId="{B5B63965-D5CA-2549-2701-0EC597466C2F}"/>
          </ac:spMkLst>
        </pc:spChg>
        <pc:spChg chg="mod">
          <ac:chgData name="Robert Carucci" userId="5be546eb-4763-4194-b93d-35346ec02cb5" providerId="ADAL" clId="{2CCAE65D-8267-4F86-8F0A-BA803A734201}" dt="2025-05-06T18:05:17.450" v="1009" actId="108"/>
          <ac:spMkLst>
            <pc:docMk/>
            <pc:sldMk cId="477563929" sldId="288"/>
            <ac:spMk id="11" creationId="{B5DFEEA4-8196-664A-FF30-814A8A0A4171}"/>
          </ac:spMkLst>
        </pc:spChg>
        <pc:picChg chg="add mod">
          <ac:chgData name="Robert Carucci" userId="5be546eb-4763-4194-b93d-35346ec02cb5" providerId="ADAL" clId="{2CCAE65D-8267-4F86-8F0A-BA803A734201}" dt="2025-05-06T18:06:17.237" v="1021" actId="14100"/>
          <ac:picMkLst>
            <pc:docMk/>
            <pc:sldMk cId="477563929" sldId="288"/>
            <ac:picMk id="17" creationId="{D75B3C04-85A2-0917-81B5-AE7035A83086}"/>
          </ac:picMkLst>
        </pc:picChg>
        <pc:cxnChg chg="mod">
          <ac:chgData name="Robert Carucci" userId="5be546eb-4763-4194-b93d-35346ec02cb5" providerId="ADAL" clId="{2CCAE65D-8267-4F86-8F0A-BA803A734201}" dt="2025-05-06T17:44:11.131" v="504" actId="1076"/>
          <ac:cxnSpMkLst>
            <pc:docMk/>
            <pc:sldMk cId="477563929" sldId="288"/>
            <ac:cxnSpMk id="6" creationId="{4B746E7B-9A1A-0787-60D4-C3FC6DA9EBC0}"/>
          </ac:cxnSpMkLst>
        </pc:cxnChg>
        <pc:cxnChg chg="mod">
          <ac:chgData name="Robert Carucci" userId="5be546eb-4763-4194-b93d-35346ec02cb5" providerId="ADAL" clId="{2CCAE65D-8267-4F86-8F0A-BA803A734201}" dt="2025-05-06T17:42:22.033" v="491" actId="1036"/>
          <ac:cxnSpMkLst>
            <pc:docMk/>
            <pc:sldMk cId="477563929" sldId="288"/>
            <ac:cxnSpMk id="8" creationId="{0046A8A9-50AF-805C-785A-772E8194677A}"/>
          </ac:cxnSpMkLst>
        </pc:cxnChg>
      </pc:sldChg>
      <pc:sldChg chg="addSp delSp modSp mod">
        <pc:chgData name="Robert Carucci" userId="5be546eb-4763-4194-b93d-35346ec02cb5" providerId="ADAL" clId="{2CCAE65D-8267-4F86-8F0A-BA803A734201}" dt="2025-05-06T18:47:22.835" v="1087" actId="14826"/>
        <pc:sldMkLst>
          <pc:docMk/>
          <pc:sldMk cId="3092951088" sldId="289"/>
        </pc:sldMkLst>
        <pc:spChg chg="mod">
          <ac:chgData name="Robert Carucci" userId="5be546eb-4763-4194-b93d-35346ec02cb5" providerId="ADAL" clId="{2CCAE65D-8267-4F86-8F0A-BA803A734201}" dt="2025-05-06T18:46:47.832" v="1080" actId="122"/>
          <ac:spMkLst>
            <pc:docMk/>
            <pc:sldMk cId="3092951088" sldId="289"/>
            <ac:spMk id="3" creationId="{1C3EE03D-98B1-2618-B649-C491D80E2678}"/>
          </ac:spMkLst>
        </pc:spChg>
        <pc:spChg chg="mod">
          <ac:chgData name="Robert Carucci" userId="5be546eb-4763-4194-b93d-35346ec02cb5" providerId="ADAL" clId="{2CCAE65D-8267-4F86-8F0A-BA803A734201}" dt="2025-05-06T18:46:57.633" v="1082" actId="14100"/>
          <ac:spMkLst>
            <pc:docMk/>
            <pc:sldMk cId="3092951088" sldId="289"/>
            <ac:spMk id="11" creationId="{29076C33-779E-E933-3967-6500DFE0B658}"/>
          </ac:spMkLst>
        </pc:spChg>
        <pc:picChg chg="add mod">
          <ac:chgData name="Robert Carucci" userId="5be546eb-4763-4194-b93d-35346ec02cb5" providerId="ADAL" clId="{2CCAE65D-8267-4F86-8F0A-BA803A734201}" dt="2025-05-06T18:06:11.820" v="1020" actId="14100"/>
          <ac:picMkLst>
            <pc:docMk/>
            <pc:sldMk cId="3092951088" sldId="289"/>
            <ac:picMk id="19" creationId="{237D4232-08F5-7F03-CA3B-8B7D68149181}"/>
          </ac:picMkLst>
        </pc:picChg>
        <pc:cxnChg chg="mod">
          <ac:chgData name="Robert Carucci" userId="5be546eb-4763-4194-b93d-35346ec02cb5" providerId="ADAL" clId="{2CCAE65D-8267-4F86-8F0A-BA803A734201}" dt="2025-05-06T18:46:36.073" v="1077" actId="1037"/>
          <ac:cxnSpMkLst>
            <pc:docMk/>
            <pc:sldMk cId="3092951088" sldId="289"/>
            <ac:cxnSpMk id="6" creationId="{20CEA663-E11E-55DA-4135-A1DAA86377F3}"/>
          </ac:cxnSpMkLst>
        </pc:cxnChg>
        <pc:cxnChg chg="mod">
          <ac:chgData name="Robert Carucci" userId="5be546eb-4763-4194-b93d-35346ec02cb5" providerId="ADAL" clId="{2CCAE65D-8267-4F86-8F0A-BA803A734201}" dt="2025-05-06T17:58:42.513" v="670" actId="1035"/>
          <ac:cxnSpMkLst>
            <pc:docMk/>
            <pc:sldMk cId="3092951088" sldId="289"/>
            <ac:cxnSpMk id="8" creationId="{7B1FF38E-EC5C-8558-E436-563152656EB6}"/>
          </ac:cxnSpMkLst>
        </pc:cxnChg>
      </pc:sldChg>
      <pc:sldChg chg="addSp delSp modSp mod ord">
        <pc:chgData name="Robert Carucci" userId="5be546eb-4763-4194-b93d-35346ec02cb5" providerId="ADAL" clId="{2CCAE65D-8267-4F86-8F0A-BA803A734201}" dt="2025-05-06T18:50:21.351" v="1109" actId="1076"/>
        <pc:sldMkLst>
          <pc:docMk/>
          <pc:sldMk cId="2494822564" sldId="290"/>
        </pc:sldMkLst>
        <pc:spChg chg="mod">
          <ac:chgData name="Robert Carucci" userId="5be546eb-4763-4194-b93d-35346ec02cb5" providerId="ADAL" clId="{2CCAE65D-8267-4F86-8F0A-BA803A734201}" dt="2025-05-06T17:54:19.914" v="528" actId="14100"/>
          <ac:spMkLst>
            <pc:docMk/>
            <pc:sldMk cId="2494822564" sldId="290"/>
            <ac:spMk id="3" creationId="{5CB3EE9F-3DFE-115C-A301-71BFC59EB4A6}"/>
          </ac:spMkLst>
        </pc:spChg>
        <pc:spChg chg="mod">
          <ac:chgData name="Robert Carucci" userId="5be546eb-4763-4194-b93d-35346ec02cb5" providerId="ADAL" clId="{2CCAE65D-8267-4F86-8F0A-BA803A734201}" dt="2025-05-06T18:05:10.641" v="1003" actId="108"/>
          <ac:spMkLst>
            <pc:docMk/>
            <pc:sldMk cId="2494822564" sldId="290"/>
            <ac:spMk id="11" creationId="{E5755EC4-A96C-ACEA-F23F-A193E0A3056F}"/>
          </ac:spMkLst>
        </pc:spChg>
        <pc:picChg chg="add mod">
          <ac:chgData name="Robert Carucci" userId="5be546eb-4763-4194-b93d-35346ec02cb5" providerId="ADAL" clId="{2CCAE65D-8267-4F86-8F0A-BA803A734201}" dt="2025-05-06T18:06:01.572" v="1018" actId="14100"/>
          <ac:picMkLst>
            <pc:docMk/>
            <pc:sldMk cId="2494822564" sldId="290"/>
            <ac:picMk id="17" creationId="{3F768091-E321-12E9-4AA8-60644146CA4D}"/>
          </ac:picMkLst>
        </pc:picChg>
        <pc:cxnChg chg="mod">
          <ac:chgData name="Robert Carucci" userId="5be546eb-4763-4194-b93d-35346ec02cb5" providerId="ADAL" clId="{2CCAE65D-8267-4F86-8F0A-BA803A734201}" dt="2025-05-06T17:57:16.282" v="595" actId="1035"/>
          <ac:cxnSpMkLst>
            <pc:docMk/>
            <pc:sldMk cId="2494822564" sldId="290"/>
            <ac:cxnSpMk id="6" creationId="{8FF82571-9D52-1DC6-F7F0-7540D01EE1F7}"/>
          </ac:cxnSpMkLst>
        </pc:cxnChg>
        <pc:cxnChg chg="mod">
          <ac:chgData name="Robert Carucci" userId="5be546eb-4763-4194-b93d-35346ec02cb5" providerId="ADAL" clId="{2CCAE65D-8267-4F86-8F0A-BA803A734201}" dt="2025-05-06T17:57:04.395" v="592" actId="1035"/>
          <ac:cxnSpMkLst>
            <pc:docMk/>
            <pc:sldMk cId="2494822564" sldId="290"/>
            <ac:cxnSpMk id="8" creationId="{A0BE1B77-A6DA-A5FB-91D3-2FD61BA43DA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243" y="1242134"/>
            <a:ext cx="9092089" cy="2642388"/>
          </a:xfrm>
        </p:spPr>
        <p:txBody>
          <a:bodyPr anchor="b"/>
          <a:lstStyle>
            <a:lvl1pPr algn="ctr"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072" y="3986423"/>
            <a:ext cx="8022431" cy="1832453"/>
          </a:xfrm>
        </p:spPr>
        <p:txBody>
          <a:bodyPr/>
          <a:lstStyle>
            <a:lvl1pPr marL="0" indent="0" algn="ctr">
              <a:buNone/>
              <a:defRPr sz="2656"/>
            </a:lvl1pPr>
            <a:lvl2pPr marL="505983" indent="0" algn="ctr">
              <a:buNone/>
              <a:defRPr sz="2213"/>
            </a:lvl2pPr>
            <a:lvl3pPr marL="1011966" indent="0" algn="ctr">
              <a:buNone/>
              <a:defRPr sz="1992"/>
            </a:lvl3pPr>
            <a:lvl4pPr marL="1517950" indent="0" algn="ctr">
              <a:buNone/>
              <a:defRPr sz="1771"/>
            </a:lvl4pPr>
            <a:lvl5pPr marL="2023933" indent="0" algn="ctr">
              <a:buNone/>
              <a:defRPr sz="1771"/>
            </a:lvl5pPr>
            <a:lvl6pPr marL="2529916" indent="0" algn="ctr">
              <a:buNone/>
              <a:defRPr sz="1771"/>
            </a:lvl6pPr>
            <a:lvl7pPr marL="3035899" indent="0" algn="ctr">
              <a:buNone/>
              <a:defRPr sz="1771"/>
            </a:lvl7pPr>
            <a:lvl8pPr marL="3541883" indent="0" algn="ctr">
              <a:buNone/>
              <a:defRPr sz="1771"/>
            </a:lvl8pPr>
            <a:lvl9pPr marL="4047866" indent="0" algn="ctr">
              <a:buNone/>
              <a:defRPr sz="17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5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2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819" y="1892191"/>
            <a:ext cx="9225796" cy="3157161"/>
          </a:xfrm>
        </p:spPr>
        <p:txBody>
          <a:bodyPr anchor="b"/>
          <a:lstStyle>
            <a:lvl1pPr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819" y="5079220"/>
            <a:ext cx="9225796" cy="1660277"/>
          </a:xfrm>
        </p:spPr>
        <p:txBody>
          <a:bodyPr/>
          <a:lstStyle>
            <a:lvl1pPr marL="0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1pPr>
            <a:lvl2pPr marL="505983" indent="0">
              <a:buNone/>
              <a:defRPr sz="2213">
                <a:solidFill>
                  <a:schemeClr val="tx1">
                    <a:tint val="82000"/>
                  </a:schemeClr>
                </a:solidFill>
              </a:defRPr>
            </a:lvl2pPr>
            <a:lvl3pPr marL="1011966" indent="0">
              <a:buNone/>
              <a:defRPr sz="1992">
                <a:solidFill>
                  <a:schemeClr val="tx1">
                    <a:tint val="82000"/>
                  </a:schemeClr>
                </a:solidFill>
              </a:defRPr>
            </a:lvl3pPr>
            <a:lvl4pPr marL="1517950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4pPr>
            <a:lvl5pPr marL="202393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5pPr>
            <a:lvl6pPr marL="252991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6pPr>
            <a:lvl7pPr marL="3035899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7pPr>
            <a:lvl8pPr marL="354188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8pPr>
            <a:lvl9pPr marL="404786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5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390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141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4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404090"/>
            <a:ext cx="9225796" cy="1467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784" y="1860565"/>
            <a:ext cx="4525152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784" y="2772399"/>
            <a:ext cx="4525152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141" y="1860565"/>
            <a:ext cx="4547438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5141" y="2772399"/>
            <a:ext cx="4547438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1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8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5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438" y="1092798"/>
            <a:ext cx="5415141" cy="5393704"/>
          </a:xfrm>
        </p:spPr>
        <p:txBody>
          <a:bodyPr/>
          <a:lstStyle>
            <a:lvl1pPr>
              <a:defRPr sz="3541"/>
            </a:lvl1pPr>
            <a:lvl2pPr>
              <a:defRPr sz="3099"/>
            </a:lvl2pPr>
            <a:lvl3pPr>
              <a:defRPr sz="2656"/>
            </a:lvl3pPr>
            <a:lvl4pPr>
              <a:defRPr sz="2213"/>
            </a:lvl4pPr>
            <a:lvl5pPr>
              <a:defRPr sz="2213"/>
            </a:lvl5pPr>
            <a:lvl6pPr>
              <a:defRPr sz="2213"/>
            </a:lvl6pPr>
            <a:lvl7pPr>
              <a:defRPr sz="2213"/>
            </a:lvl7pPr>
            <a:lvl8pPr>
              <a:defRPr sz="2213"/>
            </a:lvl8pPr>
            <a:lvl9pPr>
              <a:defRPr sz="22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7438" y="1092798"/>
            <a:ext cx="5415141" cy="5393704"/>
          </a:xfrm>
        </p:spPr>
        <p:txBody>
          <a:bodyPr anchor="t"/>
          <a:lstStyle>
            <a:lvl1pPr marL="0" indent="0">
              <a:buNone/>
              <a:defRPr sz="3541"/>
            </a:lvl1pPr>
            <a:lvl2pPr marL="505983" indent="0">
              <a:buNone/>
              <a:defRPr sz="3099"/>
            </a:lvl2pPr>
            <a:lvl3pPr marL="1011966" indent="0">
              <a:buNone/>
              <a:defRPr sz="2656"/>
            </a:lvl3pPr>
            <a:lvl4pPr marL="1517950" indent="0">
              <a:buNone/>
              <a:defRPr sz="2213"/>
            </a:lvl4pPr>
            <a:lvl5pPr marL="2023933" indent="0">
              <a:buNone/>
              <a:defRPr sz="2213"/>
            </a:lvl5pPr>
            <a:lvl6pPr marL="2529916" indent="0">
              <a:buNone/>
              <a:defRPr sz="2213"/>
            </a:lvl6pPr>
            <a:lvl7pPr marL="3035899" indent="0">
              <a:buNone/>
              <a:defRPr sz="2213"/>
            </a:lvl7pPr>
            <a:lvl8pPr marL="3541883" indent="0">
              <a:buNone/>
              <a:defRPr sz="2213"/>
            </a:lvl8pPr>
            <a:lvl9pPr marL="4047866" indent="0">
              <a:buNone/>
              <a:defRPr sz="22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4737" y="404089"/>
            <a:ext cx="2306449" cy="6432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390" y="404089"/>
            <a:ext cx="6785640" cy="6432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390" y="2020443"/>
            <a:ext cx="9225796" cy="48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2A3C1-395D-48C2-A2EA-C25AE930188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11966" rtl="0" eaLnBrk="1" latinLnBrk="0" hangingPunct="1">
        <a:lnSpc>
          <a:spcPct val="90000"/>
        </a:lnSpc>
        <a:spcBef>
          <a:spcPct val="0"/>
        </a:spcBef>
        <a:buNone/>
        <a:defRPr sz="48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992" indent="-252992" algn="l" defTabSz="1011966" rtl="0" eaLnBrk="1" latinLnBrk="0" hangingPunct="1">
        <a:lnSpc>
          <a:spcPct val="90000"/>
        </a:lnSpc>
        <a:spcBef>
          <a:spcPts val="1107"/>
        </a:spcBef>
        <a:buFont typeface="Arial" panose="020B0604020202020204" pitchFamily="34" charset="0"/>
        <a:buChar char="•"/>
        <a:defRPr sz="3099" kern="1200">
          <a:solidFill>
            <a:schemeClr val="tx1"/>
          </a:solidFill>
          <a:latin typeface="+mn-lt"/>
          <a:ea typeface="+mn-ea"/>
          <a:cs typeface="+mn-cs"/>
        </a:defRPr>
      </a:lvl1pPr>
      <a:lvl2pPr marL="75897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656" kern="1200">
          <a:solidFill>
            <a:schemeClr val="tx1"/>
          </a:solidFill>
          <a:latin typeface="+mn-lt"/>
          <a:ea typeface="+mn-ea"/>
          <a:cs typeface="+mn-cs"/>
        </a:defRPr>
      </a:lvl2pPr>
      <a:lvl3pPr marL="12649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213" kern="1200">
          <a:solidFill>
            <a:schemeClr val="tx1"/>
          </a:solidFill>
          <a:latin typeface="+mn-lt"/>
          <a:ea typeface="+mn-ea"/>
          <a:cs typeface="+mn-cs"/>
        </a:defRPr>
      </a:lvl3pPr>
      <a:lvl4pPr marL="177094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27692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78290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28889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794874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3008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1pPr>
      <a:lvl2pPr marL="5059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10119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3pPr>
      <a:lvl4pPr marL="151795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02393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52991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035899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5418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0478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BB04-F248-4FAB-FA0C-98EB1305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B13CCC-7996-AEE2-018C-9324732FBF0E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7E357E-7DFC-1F55-7676-6731770AFC0C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B4911E-DF42-F300-6AB3-E5784AE55F2E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78E3416-C686-FDF0-8A3E-CD856CD9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F1E475-552D-A49B-CD52-9D05258B07D1}"/>
              </a:ext>
            </a:extLst>
          </p:cNvPr>
          <p:cNvCxnSpPr>
            <a:cxnSpLocks/>
          </p:cNvCxnSpPr>
          <p:nvPr/>
        </p:nvCxnSpPr>
        <p:spPr>
          <a:xfrm flipH="1" flipV="1">
            <a:off x="2883980" y="974096"/>
            <a:ext cx="38127" cy="2524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9F8DE2-A8D5-629F-28CC-BD9F02AA4D95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E4D2F0-48AC-1E78-A65A-1C25D0D7E5D5}"/>
              </a:ext>
            </a:extLst>
          </p:cNvPr>
          <p:cNvSpPr txBox="1"/>
          <p:nvPr/>
        </p:nvSpPr>
        <p:spPr>
          <a:xfrm>
            <a:off x="2922107" y="1051738"/>
            <a:ext cx="745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413AF-7BDC-95C3-D7E3-FFEA18782840}"/>
              </a:ext>
            </a:extLst>
          </p:cNvPr>
          <p:cNvSpPr txBox="1"/>
          <p:nvPr/>
        </p:nvSpPr>
        <p:spPr>
          <a:xfrm>
            <a:off x="217714" y="974096"/>
            <a:ext cx="2608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Motor Vehicle Theft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774AC32-66C6-2C48-3131-50BB39038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652" y="4565852"/>
            <a:ext cx="6241869" cy="30209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A300D5-B6AD-3949-F90A-C68CDDBB34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3697" y="4103059"/>
            <a:ext cx="4396660" cy="34758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F1AA1A-6D67-DC47-9B2C-FCCDA024A966}"/>
              </a:ext>
            </a:extLst>
          </p:cNvPr>
          <p:cNvSpPr txBox="1"/>
          <p:nvPr/>
        </p:nvSpPr>
        <p:spPr>
          <a:xfrm>
            <a:off x="2922106" y="1374969"/>
            <a:ext cx="746281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Date/Time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6/11/25, approximately 04:31-04:32 hours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Location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150 Main Street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Suspect Vehicles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None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Suspect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Black male, approximately 30 years old, wearing black hooded sweatshirt, black sweatpants, and black sneakers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Incident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Victim Andryk </a:t>
            </a:r>
            <a:r>
              <a:rPr kumimoji="0" lang="en-US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Inojosavalor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an Amazon driver, parked his vehicle (NJ Reg V82UPJ) in front of 150 Main Street, leaving it unlocked with the key inside. While delivering a package, he observed a suspect approach and drive off with the vehicle east on Mercer Street. Estimated vehicle value: $8,500.00 USD. Stolen items inside vehicle include wallet ($30.00), $20.00 cash, 2 license plates ($20.00), 1 Bank of America Debit Card, 1 Bank of America Credit Card, 1 Capital One Debit Card, 1 Capital One Credit Card, 1 BJ's Membership Card, 1 Mercantile Credit Card, and undelivered Amazon packages. Total estimated value of stolen items: $8,570.00.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Victim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Andryk </a:t>
            </a:r>
            <a:r>
              <a:rPr kumimoji="0" lang="en-US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Inojosavalor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was the primary victim. No additional victims reported.</a:t>
            </a: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383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14F3-4676-70F6-49CD-AB44ADB1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DCE0CE-50FD-F67A-AB1B-2EB072206E35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FCFB2C-8C40-1A13-39E4-40D3F2797BB3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4B148-327A-F734-5047-BDCCF9DFDC41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2897858-D654-17A8-5A50-94E426C2E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260A50-7860-AC5B-F3C9-EA300A045CD9}"/>
              </a:ext>
            </a:extLst>
          </p:cNvPr>
          <p:cNvCxnSpPr>
            <a:cxnSpLocks/>
          </p:cNvCxnSpPr>
          <p:nvPr/>
        </p:nvCxnSpPr>
        <p:spPr>
          <a:xfrm>
            <a:off x="3073765" y="919925"/>
            <a:ext cx="39343" cy="2605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B0AF47-4BE3-53C2-FFDE-A8D3DD0820FF}"/>
              </a:ext>
            </a:extLst>
          </p:cNvPr>
          <p:cNvCxnSpPr>
            <a:cxnSpLocks/>
          </p:cNvCxnSpPr>
          <p:nvPr/>
        </p:nvCxnSpPr>
        <p:spPr>
          <a:xfrm flipH="1">
            <a:off x="326571" y="3523448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C18280-889F-F719-F309-76204AA327DD}"/>
              </a:ext>
            </a:extLst>
          </p:cNvPr>
          <p:cNvSpPr txBox="1"/>
          <p:nvPr/>
        </p:nvSpPr>
        <p:spPr>
          <a:xfrm>
            <a:off x="3113108" y="896970"/>
            <a:ext cx="7480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70DD7-F6C8-3576-23A6-EAB31FB526E5}"/>
              </a:ext>
            </a:extLst>
          </p:cNvPr>
          <p:cNvSpPr txBox="1"/>
          <p:nvPr/>
        </p:nvSpPr>
        <p:spPr>
          <a:xfrm>
            <a:off x="257057" y="896970"/>
            <a:ext cx="2884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Burglary - Auto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F06B96-A1E5-54E0-A41E-19E0FE694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191" y="4506218"/>
            <a:ext cx="5287495" cy="2642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11240A-7B0E-CC35-1D95-3A4555B4B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9563" y="4016423"/>
            <a:ext cx="4559257" cy="35229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8ECC69C-68EB-EAFF-6C79-2CC12203CFBE}"/>
              </a:ext>
            </a:extLst>
          </p:cNvPr>
          <p:cNvSpPr txBox="1"/>
          <p:nvPr/>
        </p:nvSpPr>
        <p:spPr>
          <a:xfrm>
            <a:off x="3254443" y="1412047"/>
            <a:ext cx="5350746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Slide Title: Incident Classification</a:t>
            </a:r>
            <a:endParaRPr lang="en-US" sz="1400" b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 algn="l" rtl="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Initial Dispatch: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Burglary to Auto</a:t>
            </a:r>
          </a:p>
          <a:p>
            <a:pPr marL="171450" indent="-171450" algn="l" rtl="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Report Title: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Labeled as "Suspicious Incident"</a:t>
            </a:r>
          </a:p>
          <a:p>
            <a:pPr marL="171450" indent="-171450" algn="l" rtl="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Classification: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Not deemed a Burglary to Auto</a:t>
            </a:r>
          </a:p>
        </p:txBody>
      </p:sp>
    </p:spTree>
    <p:extLst>
      <p:ext uri="{BB962C8B-B14F-4D97-AF65-F5344CB8AC3E}">
        <p14:creationId xmlns:p14="http://schemas.microsoft.com/office/powerpoint/2010/main" val="324272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64EE-2FC0-6A19-E9A9-AC8551F0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DB7A49-3C25-838B-9107-11D082B65D9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6B7F3-2145-C6B3-DF80-3E076D6BB1EB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6501FC-7592-F9E5-9F6D-E6F2D4D26110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73C10D28-A047-267D-7384-D247A89B9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F82571-9D52-1DC6-F7F0-7540D01EE1F7}"/>
              </a:ext>
            </a:extLst>
          </p:cNvPr>
          <p:cNvCxnSpPr>
            <a:cxnSpLocks/>
          </p:cNvCxnSpPr>
          <p:nvPr/>
        </p:nvCxnSpPr>
        <p:spPr>
          <a:xfrm>
            <a:off x="2920219" y="949306"/>
            <a:ext cx="38517" cy="25503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BE1B77-A6DA-A5FB-91D3-2FD61BA43DAC}"/>
              </a:ext>
            </a:extLst>
          </p:cNvPr>
          <p:cNvCxnSpPr>
            <a:cxnSpLocks/>
          </p:cNvCxnSpPr>
          <p:nvPr/>
        </p:nvCxnSpPr>
        <p:spPr>
          <a:xfrm flipH="1">
            <a:off x="326571" y="3492716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755EC4-A96C-ACEA-F23F-A193E0A3056F}"/>
              </a:ext>
            </a:extLst>
          </p:cNvPr>
          <p:cNvSpPr txBox="1"/>
          <p:nvPr/>
        </p:nvSpPr>
        <p:spPr>
          <a:xfrm>
            <a:off x="2958736" y="964054"/>
            <a:ext cx="7443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B3EE9F-3DFE-115C-A301-71BFC59EB4A6}"/>
              </a:ext>
            </a:extLst>
          </p:cNvPr>
          <p:cNvSpPr txBox="1"/>
          <p:nvPr/>
        </p:nvSpPr>
        <p:spPr>
          <a:xfrm>
            <a:off x="96658" y="966581"/>
            <a:ext cx="2937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Residential and Commercial Burglaries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768091-E321-12E9-4AA8-60644146C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87" y="4509028"/>
            <a:ext cx="5248655" cy="26228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67B11D-9D1D-47F7-4DDB-5214B05C8D24}"/>
              </a:ext>
            </a:extLst>
          </p:cNvPr>
          <p:cNvSpPr txBox="1"/>
          <p:nvPr/>
        </p:nvSpPr>
        <p:spPr>
          <a:xfrm>
            <a:off x="5517136" y="4387583"/>
            <a:ext cx="4602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Weekly Incident Report</a:t>
            </a:r>
          </a:p>
          <a:p>
            <a:r>
              <a:rPr lang="en-US" dirty="0"/>
              <a:t>0 incidents recorded (7-day period)</a:t>
            </a:r>
          </a:p>
        </p:txBody>
      </p:sp>
    </p:spTree>
    <p:extLst>
      <p:ext uri="{BB962C8B-B14F-4D97-AF65-F5344CB8AC3E}">
        <p14:creationId xmlns:p14="http://schemas.microsoft.com/office/powerpoint/2010/main" val="249482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D5B7-8BB2-2C08-1080-0D8F3412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9D7B2A-8490-3792-53DD-E3807BBC493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2B80E8-BD0C-47E7-6A7B-8629450091C7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5EC36B-9308-E31C-D891-60103F672B2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4154491B-4DF9-DE5E-3B4C-C34DAB8A8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CEA663-E11E-55DA-4135-A1DAA86377F3}"/>
              </a:ext>
            </a:extLst>
          </p:cNvPr>
          <p:cNvCxnSpPr>
            <a:cxnSpLocks/>
          </p:cNvCxnSpPr>
          <p:nvPr/>
        </p:nvCxnSpPr>
        <p:spPr>
          <a:xfrm>
            <a:off x="2425694" y="1098712"/>
            <a:ext cx="43954" cy="24555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076C33-779E-E933-3967-6500DFE0B658}"/>
              </a:ext>
            </a:extLst>
          </p:cNvPr>
          <p:cNvSpPr txBox="1"/>
          <p:nvPr/>
        </p:nvSpPr>
        <p:spPr>
          <a:xfrm>
            <a:off x="2469648" y="933580"/>
            <a:ext cx="8002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EE03D-98B1-2618-B649-C491D80E2678}"/>
              </a:ext>
            </a:extLst>
          </p:cNvPr>
          <p:cNvSpPr txBox="1"/>
          <p:nvPr/>
        </p:nvSpPr>
        <p:spPr>
          <a:xfrm>
            <a:off x="326571" y="933580"/>
            <a:ext cx="2011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Robbery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1FF38E-EC5C-8558-E436-563152656EB6}"/>
              </a:ext>
            </a:extLst>
          </p:cNvPr>
          <p:cNvCxnSpPr>
            <a:cxnSpLocks/>
          </p:cNvCxnSpPr>
          <p:nvPr/>
        </p:nvCxnSpPr>
        <p:spPr>
          <a:xfrm flipH="1">
            <a:off x="326571" y="3583628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237D4232-08F5-7F03-CA3B-8B7D68149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77" y="4530365"/>
            <a:ext cx="5248656" cy="26228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ECC921-D57A-DA55-1923-68339D38E0A0}"/>
              </a:ext>
            </a:extLst>
          </p:cNvPr>
          <p:cNvSpPr txBox="1"/>
          <p:nvPr/>
        </p:nvSpPr>
        <p:spPr>
          <a:xfrm>
            <a:off x="5517136" y="4387583"/>
            <a:ext cx="4602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Weekly Incident Report</a:t>
            </a:r>
          </a:p>
          <a:p>
            <a:r>
              <a:rPr lang="en-US" dirty="0"/>
              <a:t>0 incidents recorded (7-day period)</a:t>
            </a:r>
          </a:p>
        </p:txBody>
      </p:sp>
    </p:spTree>
    <p:extLst>
      <p:ext uri="{BB962C8B-B14F-4D97-AF65-F5344CB8AC3E}">
        <p14:creationId xmlns:p14="http://schemas.microsoft.com/office/powerpoint/2010/main" val="309295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1A2E-B6E0-2E08-A8A1-F3BD4B5C7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963094-3E7C-0149-5B21-6D3D998A0709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26E1D0-2DD7-B7AE-4B23-2A7DF8AC0325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A68C91-F7C1-9115-DC5F-D681C1DB668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307665D-8A8B-354B-3B9A-BCC810827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746E7B-9A1A-0787-60D4-C3FC6DA9EBC0}"/>
              </a:ext>
            </a:extLst>
          </p:cNvPr>
          <p:cNvCxnSpPr>
            <a:cxnSpLocks/>
          </p:cNvCxnSpPr>
          <p:nvPr/>
        </p:nvCxnSpPr>
        <p:spPr>
          <a:xfrm>
            <a:off x="2597961" y="1130300"/>
            <a:ext cx="0" cy="235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46A8A9-50AF-805C-785A-772E8194677A}"/>
              </a:ext>
            </a:extLst>
          </p:cNvPr>
          <p:cNvCxnSpPr>
            <a:cxnSpLocks/>
          </p:cNvCxnSpPr>
          <p:nvPr/>
        </p:nvCxnSpPr>
        <p:spPr>
          <a:xfrm flipH="1">
            <a:off x="326571" y="3487088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DFEEA4-8196-664A-FF30-814A8A0A4171}"/>
              </a:ext>
            </a:extLst>
          </p:cNvPr>
          <p:cNvSpPr txBox="1"/>
          <p:nvPr/>
        </p:nvSpPr>
        <p:spPr>
          <a:xfrm>
            <a:off x="2597961" y="1007583"/>
            <a:ext cx="7780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63965-D5CA-2549-2701-0EC597466C2F}"/>
              </a:ext>
            </a:extLst>
          </p:cNvPr>
          <p:cNvSpPr txBox="1"/>
          <p:nvPr/>
        </p:nvSpPr>
        <p:spPr>
          <a:xfrm>
            <a:off x="247024" y="1010998"/>
            <a:ext cx="2350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Sexual Offenses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75B3C04-85A2-0917-81B5-AE7035A83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807" y="4533372"/>
            <a:ext cx="5240936" cy="26189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A599C1-44A0-292D-D56C-EDA12066FF08}"/>
              </a:ext>
            </a:extLst>
          </p:cNvPr>
          <p:cNvSpPr txBox="1"/>
          <p:nvPr/>
        </p:nvSpPr>
        <p:spPr>
          <a:xfrm>
            <a:off x="5517136" y="4387583"/>
            <a:ext cx="4602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Weekly Incident Report</a:t>
            </a:r>
          </a:p>
          <a:p>
            <a:r>
              <a:rPr lang="en-US" dirty="0"/>
              <a:t>0 incidents recorded (7-day period)</a:t>
            </a:r>
          </a:p>
        </p:txBody>
      </p:sp>
    </p:spTree>
    <p:extLst>
      <p:ext uri="{BB962C8B-B14F-4D97-AF65-F5344CB8AC3E}">
        <p14:creationId xmlns:p14="http://schemas.microsoft.com/office/powerpoint/2010/main" val="477563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2114</TotalTime>
  <Words>326</Words>
  <Application>Microsoft Office PowerPoint</Application>
  <PresentationFormat>Custom</PresentationFormat>
  <Paragraphs>36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Carucci</dc:creator>
  <cp:lastModifiedBy>Robert Carucci</cp:lastModifiedBy>
  <cp:revision>32</cp:revision>
  <cp:lastPrinted>2024-03-13T21:12:29Z</cp:lastPrinted>
  <dcterms:created xsi:type="dcterms:W3CDTF">2024-03-08T16:09:34Z</dcterms:created>
  <dcterms:modified xsi:type="dcterms:W3CDTF">2025-06-21T06:20:05Z</dcterms:modified>
</cp:coreProperties>
</file>